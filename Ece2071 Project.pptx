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4"/>
  </p:sldMasterIdLst>
  <p:notesMasterIdLst>
    <p:notesMasterId r:id="rId12"/>
  </p:notesMasterIdLst>
  <p:handoutMasterIdLst>
    <p:handoutMasterId r:id="rId13"/>
  </p:handoutMasterIdLst>
  <p:sldIdLst>
    <p:sldId id="1519" r:id="rId5"/>
    <p:sldId id="1520" r:id="rId6"/>
    <p:sldId id="1499" r:id="rId7"/>
    <p:sldId id="1515" r:id="rId8"/>
    <p:sldId id="1521" r:id="rId9"/>
    <p:sldId id="1522" r:id="rId10"/>
    <p:sldId id="152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2" autoAdjust="0"/>
    <p:restoredTop sz="94618"/>
  </p:normalViewPr>
  <p:slideViewPr>
    <p:cSldViewPr snapToGrid="0">
      <p:cViewPr>
        <p:scale>
          <a:sx n="92" d="100"/>
          <a:sy n="92" d="100"/>
        </p:scale>
        <p:origin x="164" y="100"/>
      </p:cViewPr>
      <p:guideLst/>
    </p:cSldViewPr>
  </p:slideViewPr>
  <p:notesTextViewPr>
    <p:cViewPr>
      <p:scale>
        <a:sx n="1" d="1"/>
        <a:sy n="1" d="1"/>
      </p:scale>
      <p:origin x="0" y="0"/>
    </p:cViewPr>
  </p:notesTextViewPr>
  <p:sorterViewPr>
    <p:cViewPr>
      <p:scale>
        <a:sx n="100" d="100"/>
        <a:sy n="100" d="100"/>
      </p:scale>
      <p:origin x="0" y="-1972"/>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5/10/2026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5/10/2026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26914900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9" y="5109526"/>
            <a:ext cx="10923936" cy="641279"/>
          </a:xfrm>
        </p:spPr>
        <p:txBody>
          <a:bodyPr anchor="b">
            <a:noAutofit/>
          </a:bodyPr>
          <a:lstStyle>
            <a:lvl1pPr algn="l">
              <a:defRPr sz="5000" u="sng" cap="all" baseline="0">
                <a:solidFill>
                  <a:schemeClr val="bg1"/>
                </a:solidFill>
              </a:defRPr>
            </a:lvl1pPr>
          </a:lstStyle>
          <a:p>
            <a:r>
              <a:rPr lang="en-US"/>
              <a:t>Click to edit Master title style</a:t>
            </a:r>
            <a:endParaRPr lang="en-US" dirty="0"/>
          </a:p>
        </p:txBody>
      </p:sp>
      <p:sp>
        <p:nvSpPr>
          <p:cNvPr id="57" name="Subtitle 2">
            <a:extLst>
              <a:ext uri="{FF2B5EF4-FFF2-40B4-BE49-F238E27FC236}">
                <a16:creationId xmlns:a16="http://schemas.microsoft.com/office/drawing/2014/main" id="{CDE85611-F29A-5B31-8523-08B6A1185CA9}"/>
              </a:ext>
            </a:extLst>
          </p:cNvPr>
          <p:cNvSpPr>
            <a:spLocks noGrp="1"/>
          </p:cNvSpPr>
          <p:nvPr>
            <p:ph type="subTitle" idx="1"/>
          </p:nvPr>
        </p:nvSpPr>
        <p:spPr>
          <a:xfrm>
            <a:off x="634029" y="5811724"/>
            <a:ext cx="10923936" cy="409290"/>
          </a:xfrm>
        </p:spPr>
        <p:txBody>
          <a:bodyPr anchor="t">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12191999" cy="4986425"/>
          </a:xfrm>
          <a:blipFill dpi="0" rotWithShape="1">
            <a:blip r:embed="rId2">
              <a:alphaModFix amt="60000"/>
            </a:blip>
            <a:srcRect/>
            <a:stretch>
              <a:fillRect t="-40" b="-40"/>
            </a:stretch>
          </a:blipFill>
        </p:spPr>
        <p:txBody>
          <a:bodyPr/>
          <a:lstStyle/>
          <a:p>
            <a:r>
              <a:rPr lang="en-US"/>
              <a:t>Click icon to add picture</a:t>
            </a:r>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634029" y="6211605"/>
            <a:ext cx="3657600" cy="630936"/>
          </a:xfrm>
        </p:spPr>
        <p:txBody>
          <a:bodyPr/>
          <a:lstStyle>
            <a:lvl1pPr>
              <a:defRPr>
                <a:solidFill>
                  <a:schemeClr val="bg1"/>
                </a:solidFill>
              </a:defRPr>
            </a:lvl1pPr>
          </a:lstStyle>
          <a:p>
            <a:r>
              <a:rPr lang="en-US" dirty="0"/>
              <a:t>SHAPING THE FUTURE OF OUR INDUSTRY</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9700589" y="6212217"/>
            <a:ext cx="914400" cy="630936"/>
          </a:xfrm>
        </p:spPr>
        <p:txBody>
          <a:bodyPr/>
          <a:lstStyle>
            <a:lvl1pPr>
              <a:defRPr>
                <a:solidFill>
                  <a:schemeClr val="bg1"/>
                </a:solidFill>
              </a:defRPr>
            </a:lvl1pPr>
          </a:lstStyle>
          <a:p>
            <a:fld id="{4C7524BB-F0A6-4140-A8AB-1C8A7E34AB03}" type="datetime1">
              <a:rPr lang="en-US" smtClean="0"/>
              <a:pPr/>
              <a:t>5/10/2026</a:t>
            </a:fld>
            <a:endParaRPr lang="en-US" dirty="0"/>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1009325" y="6221013"/>
            <a:ext cx="548640" cy="630936"/>
          </a:xfr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967802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noAutofit/>
          </a:bodyPr>
          <a:lstStyle>
            <a:lvl1pPr>
              <a:defRPr sz="6000" u="sng" cap="all" baseline="0">
                <a:solidFill>
                  <a:schemeClr val="bg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634029" y="0"/>
            <a:ext cx="4328498" cy="630936"/>
          </a:xfrm>
        </p:spPr>
        <p:txBody>
          <a:body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672014" y="0"/>
            <a:ext cx="942975" cy="630936"/>
          </a:xfrm>
        </p:spPr>
        <p:txBody>
          <a:bodyPr/>
          <a:lstStyle/>
          <a:p>
            <a:fld id="{7E574385-C0BA-734A-92FC-17834D8EB701}" type="datetime1">
              <a:rPr lang="en-US" smtClean="0"/>
              <a:t>5/10/2026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3" y="0"/>
            <a:ext cx="556592" cy="630936"/>
          </a:xfrm>
        </p:spPr>
        <p:txBody>
          <a:bodyPr/>
          <a:lstStyle/>
          <a:p>
            <a:fld id="{CC057153-B650-4DEB-B370-79DDCFDCE934}" type="slidenum">
              <a:rPr lang="en-US" smtClean="0"/>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87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24096" y="1016954"/>
            <a:ext cx="4306487" cy="3345811"/>
          </a:xfrm>
        </p:spPr>
        <p:txBody>
          <a:bodyPr anchor="b">
            <a:noAutofit/>
          </a:bodyPr>
          <a:lstStyle>
            <a:lvl1pPr algn="l">
              <a:defRPr sz="6000" u="sng" cap="all" baseline="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24095" y="4743765"/>
            <a:ext cx="4333869" cy="1479235"/>
          </a:xfrm>
        </p:spPr>
        <p:txBody>
          <a:bodyPr anchor="t">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6584950" cy="6858000"/>
          </a:xfrm>
          <a:blipFill dpi="0" rotWithShape="1">
            <a:blip r:embed="rId2">
              <a:alphaModFix amt="60000"/>
            </a:blip>
            <a:srcRect/>
            <a:stretch>
              <a:fillRect l="-32" r="-32"/>
            </a:stretch>
          </a:blipFill>
        </p:spPr>
        <p:txBody>
          <a:bodyPr/>
          <a:lstStyle/>
          <a:p>
            <a:r>
              <a:rPr lang="en-US"/>
              <a:t>Click icon to add picture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224097" y="0"/>
            <a:ext cx="2447917" cy="630936"/>
          </a:xfrm>
        </p:spPr>
        <p:txBody>
          <a:bodyPr/>
          <a:lstStyle>
            <a:lvl1pPr>
              <a:defRPr>
                <a:solidFill>
                  <a:schemeClr val="bg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72014" y="0"/>
            <a:ext cx="958467" cy="630936"/>
          </a:xfrm>
        </p:spPr>
        <p:txBody>
          <a:bodyPr/>
          <a:lstStyle>
            <a:lvl1pPr>
              <a:defRPr>
                <a:solidFill>
                  <a:schemeClr val="bg1"/>
                </a:solidFill>
                <a:effectLst/>
              </a:defRPr>
            </a:lvl1pPr>
          </a:lstStyle>
          <a:p>
            <a:fld id="{6C3E8657-ED4F-2349-80D5-3F1287888601}" type="datetime1">
              <a:rPr lang="en-US" smtClean="0"/>
              <a:pPr/>
              <a:t>5/10/2026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3" y="0"/>
            <a:ext cx="556592" cy="630936"/>
          </a:xfr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1782538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30" y="1001715"/>
            <a:ext cx="4714880" cy="3360095"/>
          </a:xfrm>
        </p:spPr>
        <p:txBody>
          <a:bodyPr anchor="t">
            <a:noAutofit/>
          </a:bodyPr>
          <a:lstStyle>
            <a:lvl1pPr algn="l">
              <a:defRPr sz="6000" u="sng" cap="all" baseline="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30" y="4728526"/>
            <a:ext cx="4714880" cy="1494474"/>
          </a:xfrm>
        </p:spPr>
        <p:txBody>
          <a:bodyPr anchor="b">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34030" y="3586"/>
            <a:ext cx="3154768" cy="630936"/>
          </a:xfrm>
        </p:spPr>
        <p:txBody>
          <a:bodyPr/>
          <a:lstStyle>
            <a:lvl1pPr>
              <a:defRPr>
                <a:solidFill>
                  <a:schemeClr val="bg1"/>
                </a:solidFill>
              </a:defRPr>
            </a:lvl1pPr>
          </a:lstStyle>
          <a:p>
            <a:r>
              <a:rPr lang="en-US" dirty="0"/>
              <a:t>SHAPING THE FUTURE OF OUR INDUSTRY</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3845379" y="3586"/>
            <a:ext cx="898310" cy="630936"/>
          </a:xfrm>
        </p:spPr>
        <p:txBody>
          <a:bodyPr/>
          <a:lstStyle>
            <a:lvl1pPr>
              <a:defRPr>
                <a:solidFill>
                  <a:schemeClr val="bg1"/>
                </a:solidFill>
              </a:defRPr>
            </a:lvl1pPr>
          </a:lstStyle>
          <a:p>
            <a:fld id="{CDAA7185-3F7E-9249-BB9E-706C38E229BC}" type="datetime1">
              <a:rPr lang="en-US" smtClean="0"/>
              <a:pPr/>
              <a:t>5/10/2026</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800270" y="3586"/>
            <a:ext cx="548640" cy="630936"/>
          </a:xfrm>
        </p:spPr>
        <p:txBody>
          <a:bodyPr/>
          <a:lstStyle>
            <a:lvl1pPr>
              <a:defRPr>
                <a:solidFill>
                  <a:schemeClr val="bg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5905502" y="0"/>
            <a:ext cx="6286498" cy="6858000"/>
          </a:xfrm>
          <a:blipFill dpi="0" rotWithShape="1">
            <a:blip r:embed="rId2">
              <a:alphaModFix amt="60000"/>
            </a:blip>
            <a:srcRect/>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128457695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8" y="1011936"/>
            <a:ext cx="7538425" cy="3172503"/>
          </a:xfrm>
        </p:spPr>
        <p:txBody>
          <a:bodyPr anchor="t">
            <a:normAutofit/>
          </a:bodyPr>
          <a:lstStyle>
            <a:lvl1pPr algn="l">
              <a:lnSpc>
                <a:spcPct val="90000"/>
              </a:lnSpc>
              <a:defRPr sz="6000" u="sng" cap="all" baseline="0">
                <a:latin typeface="+mj-lt"/>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27" y="4728525"/>
            <a:ext cx="7538425" cy="1494475"/>
          </a:xfrm>
        </p:spPr>
        <p:txBody>
          <a:bodyPr anchor="b">
            <a:normAutofit/>
          </a:bodyPr>
          <a:lstStyle>
            <a:lvl1pPr marL="0" indent="0" algn="l">
              <a:lnSpc>
                <a:spcPct val="75000"/>
              </a:lnSpc>
              <a:spcBef>
                <a:spcPts val="0"/>
              </a:spcBef>
              <a:spcAft>
                <a:spcPts val="600"/>
              </a:spcAft>
              <a:buNone/>
              <a:defRPr sz="20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lnSpc>
                <a:spcPct val="90000"/>
              </a:lnSpc>
              <a:defRPr>
                <a:latin typeface="+mj-lt"/>
              </a:defRPr>
            </a:lvl1pPr>
          </a:lstStyle>
          <a:p>
            <a:r>
              <a:rPr lang="en-US" dirty="0"/>
              <a:t>SHAPING THE FUTURE OF OUR INDUSTRY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lnSpc>
                <a:spcPct val="90000"/>
              </a:lnSpc>
              <a:defRPr>
                <a:latin typeface="+mj-lt"/>
              </a:defRPr>
            </a:lvl1pPr>
          </a:lstStyle>
          <a:p>
            <a:fld id="{99A48728-1D9C-2F4B-9F0A-BC2AEDF455B4}" type="datetime1">
              <a:rPr lang="en-US" smtClean="0"/>
              <a:pPr/>
              <a:t>5/10/2026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lnSpc>
                <a:spcPct val="90000"/>
              </a:lnSpc>
              <a:defRPr>
                <a:latin typeface="+mj-l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380794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9" y="1011936"/>
            <a:ext cx="8095016" cy="3335590"/>
          </a:xfrm>
        </p:spPr>
        <p:txBody>
          <a:bodyPr anchor="b">
            <a:normAutofit/>
          </a:bodyPr>
          <a:lstStyle>
            <a:lvl1pPr algn="l">
              <a:defRPr sz="6000" cap="all"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29" y="4728526"/>
            <a:ext cx="8095015" cy="1117538"/>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SHAPING THE FUTURE OF OUR INDUSTRY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07A5FDA9-B56F-3D40-BA5C-830FD973E5D1}" type="datetime1">
              <a:rPr lang="en-US" smtClean="0"/>
              <a:t>5/10/2026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7895856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133602" y="1011936"/>
            <a:ext cx="7924802" cy="3350830"/>
          </a:xfrm>
        </p:spPr>
        <p:txBody>
          <a:bodyPr anchor="b">
            <a:normAutofit/>
          </a:bodyPr>
          <a:lstStyle>
            <a:lvl1pPr algn="ctr">
              <a:defRPr sz="6000" cap="all" baseline="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33602" y="4728526"/>
            <a:ext cx="7924801" cy="1117538"/>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5B04B425-AD26-2748-9379-4D52F1178C82}" type="datetime1">
              <a:rPr lang="en-US" smtClean="0"/>
              <a:pPr/>
              <a:t>5/10/2026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9085628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4">
    <p:bg>
      <p:bgPr>
        <a:solidFill>
          <a:schemeClr val="accent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2AC2E79-609C-0D1A-9B21-608288E7C67D}"/>
              </a:ext>
            </a:extLst>
          </p:cNvPr>
          <p:cNvSpPr>
            <a:spLocks noGrp="1"/>
          </p:cNvSpPr>
          <p:nvPr>
            <p:ph type="ctrTitle"/>
          </p:nvPr>
        </p:nvSpPr>
        <p:spPr>
          <a:xfrm>
            <a:off x="634029" y="634999"/>
            <a:ext cx="7152035" cy="5588001"/>
          </a:xfrm>
        </p:spPr>
        <p:txBody>
          <a:bodyPr anchor="b">
            <a:normAutofit/>
          </a:bodyPr>
          <a:lstStyle>
            <a:lvl1pPr algn="l">
              <a:defRPr sz="7500" cap="all" baseline="0">
                <a:solidFill>
                  <a:schemeClr val="bg1"/>
                </a:solidFill>
              </a:defRPr>
            </a:lvl1pPr>
          </a:lstStyle>
          <a:p>
            <a:r>
              <a:rPr lang="en-US"/>
              <a:t>Click to edit Master title style</a:t>
            </a:r>
            <a:endParaRPr lang="en-US" dirty="0"/>
          </a:p>
        </p:txBody>
      </p:sp>
      <p:sp>
        <p:nvSpPr>
          <p:cNvPr id="6" name="Subtitle 2">
            <a:extLst>
              <a:ext uri="{FF2B5EF4-FFF2-40B4-BE49-F238E27FC236}">
                <a16:creationId xmlns:a16="http://schemas.microsoft.com/office/drawing/2014/main" id="{903C4BE1-6BC7-07DF-D465-C3B7FD2F9950}"/>
              </a:ext>
            </a:extLst>
          </p:cNvPr>
          <p:cNvSpPr>
            <a:spLocks noGrp="1"/>
          </p:cNvSpPr>
          <p:nvPr>
            <p:ph type="subTitle" idx="1"/>
          </p:nvPr>
        </p:nvSpPr>
        <p:spPr>
          <a:xfrm>
            <a:off x="8172448" y="634999"/>
            <a:ext cx="3385516" cy="1494477"/>
          </a:xfrm>
        </p:spPr>
        <p:txBody>
          <a:bodyPr anchor="t">
            <a:normAutofit/>
          </a:bodyPr>
          <a:lstStyle>
            <a:lvl1pPr marL="0" indent="0" algn="r">
              <a:buNone/>
              <a:defRPr sz="2000" b="1" i="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720502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5">
    <p:bg>
      <p:bgPr>
        <a:solidFill>
          <a:schemeClr val="accent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2AC2E79-609C-0D1A-9B21-608288E7C67D}"/>
              </a:ext>
            </a:extLst>
          </p:cNvPr>
          <p:cNvSpPr>
            <a:spLocks noGrp="1"/>
          </p:cNvSpPr>
          <p:nvPr>
            <p:ph type="ctrTitle"/>
          </p:nvPr>
        </p:nvSpPr>
        <p:spPr>
          <a:xfrm>
            <a:off x="634029" y="634999"/>
            <a:ext cx="7152035" cy="5588001"/>
          </a:xfrm>
        </p:spPr>
        <p:txBody>
          <a:bodyPr anchor="b">
            <a:normAutofit/>
          </a:bodyPr>
          <a:lstStyle>
            <a:lvl1pPr algn="l">
              <a:defRPr sz="7500" cap="all" baseline="0">
                <a:solidFill>
                  <a:schemeClr val="accent1"/>
                </a:solidFill>
              </a:defRPr>
            </a:lvl1pPr>
          </a:lstStyle>
          <a:p>
            <a:r>
              <a:rPr lang="en-US"/>
              <a:t>Click to edit Master title style</a:t>
            </a:r>
            <a:endParaRPr lang="en-US" dirty="0"/>
          </a:p>
        </p:txBody>
      </p:sp>
      <p:sp>
        <p:nvSpPr>
          <p:cNvPr id="6" name="Subtitle 2">
            <a:extLst>
              <a:ext uri="{FF2B5EF4-FFF2-40B4-BE49-F238E27FC236}">
                <a16:creationId xmlns:a16="http://schemas.microsoft.com/office/drawing/2014/main" id="{903C4BE1-6BC7-07DF-D465-C3B7FD2F9950}"/>
              </a:ext>
            </a:extLst>
          </p:cNvPr>
          <p:cNvSpPr>
            <a:spLocks noGrp="1"/>
          </p:cNvSpPr>
          <p:nvPr>
            <p:ph type="subTitle" idx="1"/>
          </p:nvPr>
        </p:nvSpPr>
        <p:spPr>
          <a:xfrm>
            <a:off x="8172448" y="634999"/>
            <a:ext cx="3385516" cy="1494477"/>
          </a:xfrm>
        </p:spPr>
        <p:txBody>
          <a:bodyPr anchor="t">
            <a:normAutofit/>
          </a:bodyPr>
          <a:lstStyle>
            <a:lvl1pPr marL="0" indent="0" algn="r">
              <a:buNone/>
              <a:defRPr sz="2000" b="1" i="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631677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8" y="1748474"/>
            <a:ext cx="7538425" cy="4474526"/>
          </a:xfrm>
        </p:spPr>
        <p:txBody>
          <a:bodyPr anchor="b">
            <a:normAutofit/>
          </a:bodyPr>
          <a:lstStyle>
            <a:lvl1pPr algn="l">
              <a:defRPr sz="6000" cap="all" baseline="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65050514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8" y="1748474"/>
            <a:ext cx="7538425" cy="4474526"/>
          </a:xfrm>
        </p:spPr>
        <p:txBody>
          <a:bodyPr anchor="b">
            <a:normAutofit/>
          </a:bodyPr>
          <a:lstStyle>
            <a:lvl1pPr algn="l">
              <a:defRPr sz="6000" cap="all" baseline="0">
                <a:solidFill>
                  <a:schemeClr val="accent1"/>
                </a:solidFill>
              </a:defRPr>
            </a:lvl1pPr>
          </a:lstStyle>
          <a:p>
            <a:r>
              <a:rPr lang="en-US"/>
              <a:t>Click to edit Master title style</a:t>
            </a:r>
            <a:endParaRPr lang="en-US" dirty="0"/>
          </a:p>
        </p:txBody>
      </p:sp>
    </p:spTree>
    <p:extLst>
      <p:ext uri="{BB962C8B-B14F-4D97-AF65-F5344CB8AC3E}">
        <p14:creationId xmlns:p14="http://schemas.microsoft.com/office/powerpoint/2010/main" val="4327587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Welcom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1001714"/>
            <a:ext cx="5652464" cy="2613336"/>
          </a:xfrm>
        </p:spPr>
        <p:txBody>
          <a:bodyPr anchor="b">
            <a:noAutofit/>
          </a:bodyPr>
          <a:lstStyle>
            <a:lvl1pPr>
              <a:defRPr sz="6000" u="sng"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634029" y="0"/>
            <a:ext cx="4328498" cy="630936"/>
          </a:xfrm>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672014" y="0"/>
            <a:ext cx="942975" cy="630936"/>
          </a:xfrm>
        </p:spPr>
        <p:txBody>
          <a:bodyPr/>
          <a:lstStyle>
            <a:lvl1pPr>
              <a:defRPr>
                <a:solidFill>
                  <a:schemeClr val="tx1"/>
                </a:solidFill>
              </a:defRPr>
            </a:lvl1pPr>
          </a:lstStyle>
          <a:p>
            <a:fld id="{05F2758A-C3D6-E84B-B3E9-757EFEF52D55}" type="datetime1">
              <a:rPr lang="en-US" smtClean="0"/>
              <a:pPr/>
              <a:t>5/10/2026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3" y="0"/>
            <a:ext cx="556592" cy="630936"/>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34029" y="3996050"/>
            <a:ext cx="5652464" cy="2226950"/>
          </a:xfrm>
        </p:spPr>
        <p:txBody>
          <a:bodyPr>
            <a:normAutofit/>
          </a:bodyPr>
          <a:lstStyle>
            <a:lvl1pPr>
              <a:lnSpc>
                <a:spcPct val="120000"/>
              </a:lnSpc>
              <a:spcAft>
                <a:spcPts val="0"/>
              </a:spcAft>
              <a:defRPr sz="1600">
                <a:solidFill>
                  <a:schemeClr val="tx1"/>
                </a:solidFill>
              </a:defRPr>
            </a:lvl1pPr>
            <a:lvl2pPr>
              <a:lnSpc>
                <a:spcPct val="120000"/>
              </a:lnSpc>
              <a:spcAft>
                <a:spcPts val="0"/>
              </a:spcAft>
              <a:defRPr sz="1600">
                <a:solidFill>
                  <a:schemeClr val="tx1"/>
                </a:solidFill>
              </a:defRPr>
            </a:lvl2pPr>
            <a:lvl3pPr>
              <a:lnSpc>
                <a:spcPct val="120000"/>
              </a:lnSpc>
              <a:spcAft>
                <a:spcPts val="0"/>
              </a:spcAft>
              <a:defRPr sz="1600">
                <a:solidFill>
                  <a:schemeClr val="tx1"/>
                </a:solidFill>
              </a:defRPr>
            </a:lvl3pPr>
            <a:lvl4pPr>
              <a:lnSpc>
                <a:spcPct val="120000"/>
              </a:lnSpc>
              <a:spcAft>
                <a:spcPts val="0"/>
              </a:spcAft>
              <a:defRPr sz="1600">
                <a:solidFill>
                  <a:schemeClr val="tx1"/>
                </a:solidFill>
              </a:defRPr>
            </a:lvl4pPr>
            <a:lvl5pPr>
              <a:lnSpc>
                <a:spcPct val="120000"/>
              </a:lnSpc>
              <a:spcAft>
                <a:spcPts val="0"/>
              </a:spcAft>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Picture Placeholder 7">
            <a:extLst>
              <a:ext uri="{FF2B5EF4-FFF2-40B4-BE49-F238E27FC236}">
                <a16:creationId xmlns:a16="http://schemas.microsoft.com/office/drawing/2014/main" id="{DEE8CE2C-7AFC-E265-19EB-F76884D5992B}"/>
              </a:ext>
            </a:extLst>
          </p:cNvPr>
          <p:cNvSpPr>
            <a:spLocks noGrp="1"/>
          </p:cNvSpPr>
          <p:nvPr>
            <p:ph type="pic" sz="quarter" idx="14"/>
          </p:nvPr>
        </p:nvSpPr>
        <p:spPr>
          <a:xfrm>
            <a:off x="6843095" y="630936"/>
            <a:ext cx="4714870" cy="5592064"/>
          </a:xfrm>
          <a:blipFill dpi="0" rotWithShape="1">
            <a:blip r:embed="rId2">
              <a:alphaModFix amt="60000"/>
            </a:blip>
            <a:srcRect/>
            <a:stretch>
              <a:fillRect l="-40" r="-40"/>
            </a:stretch>
          </a:blipFill>
        </p:spPr>
        <p:txBody>
          <a:bodyPr/>
          <a:lstStyle>
            <a:lvl1pPr>
              <a:defRPr>
                <a:solidFill>
                  <a:schemeClr val="tx1"/>
                </a:solidFill>
              </a:defRPr>
            </a:lvl1pPr>
          </a:lstStyle>
          <a:p>
            <a:r>
              <a:rPr lang="en-US"/>
              <a:t>Click icon to add picture</a:t>
            </a:r>
            <a:endParaRPr lang="en-US" dirty="0"/>
          </a:p>
        </p:txBody>
      </p:sp>
    </p:spTree>
    <p:extLst>
      <p:ext uri="{BB962C8B-B14F-4D97-AF65-F5344CB8AC3E}">
        <p14:creationId xmlns:p14="http://schemas.microsoft.com/office/powerpoint/2010/main" val="2177910705"/>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0" y="1001715"/>
            <a:ext cx="4663440" cy="2241233"/>
          </a:xfrm>
        </p:spPr>
        <p:txBody>
          <a:bodyPr anchor="t">
            <a:noAutofit/>
          </a:bodyPr>
          <a:lstStyle>
            <a:lvl1pPr>
              <a:defRPr sz="6000" cap="all" baseline="0">
                <a:solidFill>
                  <a:schemeClr val="tx1"/>
                </a:solidFill>
              </a:defRPr>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p:nvPr>
        </p:nvSpPr>
        <p:spPr>
          <a:xfrm>
            <a:off x="0" y="0"/>
            <a:ext cx="6096000" cy="6858000"/>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843095" y="0"/>
            <a:ext cx="2828918" cy="630936"/>
          </a:xfrm>
        </p:spPr>
        <p:txBody>
          <a:bodyPr/>
          <a:lstStyle>
            <a:lvl1pPr>
              <a:defRPr>
                <a:solidFill>
                  <a:schemeClr val="tx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707112" y="0"/>
            <a:ext cx="914400" cy="630936"/>
          </a:xfrm>
        </p:spPr>
        <p:txBody>
          <a:bodyPr/>
          <a:lstStyle>
            <a:lvl1pPr>
              <a:defRPr>
                <a:solidFill>
                  <a:schemeClr val="tx1"/>
                </a:solidFill>
              </a:defRPr>
            </a:lvl1pPr>
          </a:lstStyle>
          <a:p>
            <a:fld id="{1EEECD8D-53A7-3A4F-8909-5ECB0FEF37FB}" type="datetime1">
              <a:rPr lang="en-US" smtClean="0"/>
              <a:pPr/>
              <a:t>5/10/2026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009324" y="0"/>
            <a:ext cx="548640" cy="630936"/>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8000" y="3623950"/>
            <a:ext cx="4663440" cy="2539106"/>
          </a:xfrm>
        </p:spPr>
        <p:txBody>
          <a:bodyPr>
            <a:normAutofit/>
          </a:bodyPr>
          <a:lstStyle>
            <a:lvl1pPr marL="457200" indent="-457200">
              <a:buFont typeface="+mj-lt"/>
              <a:buAutoNum type="arabicPeriod"/>
              <a:defRPr sz="2000">
                <a:solidFill>
                  <a:schemeClr val="tx1"/>
                </a:solidFill>
              </a:defRPr>
            </a:lvl1pPr>
            <a:lvl2pPr marL="571500" indent="-342900">
              <a:buFont typeface="+mj-lt"/>
              <a:buAutoNum type="arabicPeriod"/>
              <a:defRPr sz="1800">
                <a:solidFill>
                  <a:schemeClr val="tx1"/>
                </a:solidFill>
              </a:defRPr>
            </a:lvl2pPr>
            <a:lvl3pPr marL="800100" indent="-342900">
              <a:buFont typeface="+mj-lt"/>
              <a:buAutoNum type="arabicPeriod"/>
              <a:defRPr sz="1600">
                <a:solidFill>
                  <a:schemeClr val="tx1"/>
                </a:solidFill>
              </a:defRPr>
            </a:lvl3pPr>
            <a:lvl4pPr marL="1028700" indent="-342900">
              <a:buFont typeface="+mj-lt"/>
              <a:buAutoNum type="arabicPeriod"/>
              <a:defRPr sz="1400">
                <a:solidFill>
                  <a:schemeClr val="tx1"/>
                </a:solidFill>
              </a:defRPr>
            </a:lvl4pPr>
            <a:lvl5pPr>
              <a:buFont typeface="+mj-lt"/>
              <a:buAutoNum type="arabicPeriod"/>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77243813"/>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2129475"/>
            <a:ext cx="4719430" cy="2599051"/>
          </a:xfrm>
        </p:spPr>
        <p:txBody>
          <a:bodyPr>
            <a:noAutofit/>
          </a:bodyPr>
          <a:lstStyle>
            <a:lvl1pPr>
              <a:defRPr sz="6000"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307E3B5C-D099-9543-A57D-129299D311F4}" type="datetime1">
              <a:rPr lang="en-US" smtClean="0"/>
              <a:pPr/>
              <a:t>5/10/2026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843095" y="2129475"/>
            <a:ext cx="4158283" cy="2599051"/>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9489392"/>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1748474"/>
            <a:ext cx="4328498" cy="3726812"/>
          </a:xfrm>
        </p:spPr>
        <p:txBody>
          <a:bodyPr>
            <a:normAutofit/>
          </a:bodyPr>
          <a:lstStyle>
            <a:lvl1pPr>
              <a:defRPr sz="6000"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FDDB5BF-28B0-5C4D-A64A-E611B8C77204}" type="datetime1">
              <a:rPr lang="en-US" smtClean="0"/>
              <a:pPr/>
              <a:t>5/10/2026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348911" y="1748473"/>
            <a:ext cx="6209053" cy="372681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5917226"/>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4">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1381759"/>
            <a:ext cx="4347849" cy="4841241"/>
          </a:xfrm>
        </p:spPr>
        <p:txBody>
          <a:bodyPr>
            <a:normAutofit/>
          </a:bodyPr>
          <a:lstStyle>
            <a:lvl1pPr>
              <a:defRPr sz="6000"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9482B860-5E2A-1340-A6D3-E276E55F2222}" type="datetime1">
              <a:rPr lang="en-US" smtClean="0"/>
              <a:pPr/>
              <a:t>5/10/2026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348911" y="1381759"/>
            <a:ext cx="6209054" cy="484124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11288327"/>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5">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1001715"/>
            <a:ext cx="4347850" cy="4855526"/>
          </a:xfrm>
        </p:spPr>
        <p:txBody>
          <a:bodyPr>
            <a:normAutofit/>
          </a:bodyPr>
          <a:lstStyle>
            <a:lvl1pPr>
              <a:defRPr sz="6000"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8676C7A-4B29-7743-AB3A-5EEF28262A7C}" type="datetime1">
              <a:rPr lang="en-US" smtClean="0"/>
              <a:pPr/>
              <a:t>5/10/2026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348911" y="1001715"/>
            <a:ext cx="6209053" cy="485552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61574937"/>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6">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2" y="1001715"/>
            <a:ext cx="3385529" cy="5221285"/>
          </a:xfrm>
        </p:spPr>
        <p:txBody>
          <a:bodyPr>
            <a:normAutofit/>
          </a:bodyPr>
          <a:lstStyle>
            <a:lvl1pPr>
              <a:defRPr sz="6000"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7826AE1-158D-A74A-A5C8-25E57C484C69}" type="datetime1">
              <a:rPr lang="en-US" smtClean="0"/>
              <a:pPr/>
              <a:t>5/10/2026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405935" y="1001715"/>
            <a:ext cx="7152029" cy="522128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66173699"/>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Content 7">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1001714"/>
            <a:ext cx="10923935" cy="1127760"/>
          </a:xfrm>
        </p:spPr>
        <p:txBody>
          <a:bodyPr>
            <a:noAutofit/>
          </a:bodyPr>
          <a:lstStyle>
            <a:lvl1pPr>
              <a:defRPr sz="6000" u="sng"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634029" y="0"/>
            <a:ext cx="4328498" cy="630936"/>
          </a:xfrm>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672014" y="0"/>
            <a:ext cx="942975" cy="630936"/>
          </a:xfrm>
        </p:spPr>
        <p:txBody>
          <a:bodyPr/>
          <a:lstStyle>
            <a:lvl1pPr>
              <a:defRPr>
                <a:solidFill>
                  <a:schemeClr val="tx1"/>
                </a:solidFill>
              </a:defRPr>
            </a:lvl1pPr>
          </a:lstStyle>
          <a:p>
            <a:fld id="{FA1EC562-4E50-D34B-8F39-5DD0D018EB66}" type="datetime1">
              <a:rPr lang="en-US" smtClean="0"/>
              <a:pPr/>
              <a:t>5/10/2026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3" y="0"/>
            <a:ext cx="556592" cy="630936"/>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34029" y="2495234"/>
            <a:ext cx="10923935" cy="372776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83785884"/>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34029" y="1011936"/>
            <a:ext cx="8481400" cy="1484254"/>
          </a:xfrm>
        </p:spPr>
        <p:txBody>
          <a:bodyPr anchor="t">
            <a:noAutofit/>
          </a:bodyPr>
          <a:lstStyle>
            <a:lvl1pPr>
              <a:defRPr sz="6000" cap="all" baseline="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3EDD5DD5-92AA-6440-87DE-277C532BE8AC}" type="datetime1">
              <a:rPr lang="en-US" smtClean="0"/>
              <a:pPr/>
              <a:t>5/10/2026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34029" y="2877190"/>
            <a:ext cx="8481400" cy="3345810"/>
          </a:xfrm>
        </p:spPr>
        <p:txBody>
          <a:bodyPr>
            <a:normAutofit/>
          </a:bodyPr>
          <a:lstStyle>
            <a:lvl1pPr marL="457200" indent="-457200">
              <a:buFont typeface="+mj-lt"/>
              <a:buAutoNum type="arabicPeriod"/>
              <a:defRPr sz="2400">
                <a:solidFill>
                  <a:schemeClr val="tx1"/>
                </a:solidFill>
              </a:defRPr>
            </a:lvl1pPr>
            <a:lvl2pPr marL="685800" indent="-457200">
              <a:buFont typeface="+mj-lt"/>
              <a:buAutoNum type="arabicPeriod"/>
              <a:defRPr sz="2000">
                <a:solidFill>
                  <a:schemeClr val="tx1"/>
                </a:solidFill>
              </a:defRPr>
            </a:lvl2pPr>
            <a:lvl3pPr marL="800100" indent="-342900">
              <a:buFont typeface="+mj-lt"/>
              <a:buAutoNum type="arabicPeriod"/>
              <a:defRPr sz="1800">
                <a:solidFill>
                  <a:schemeClr val="tx1"/>
                </a:solidFill>
              </a:defRPr>
            </a:lvl3pPr>
            <a:lvl4pPr marL="1028700" indent="-342900">
              <a:buFont typeface="+mj-lt"/>
              <a:buAutoNum type="arabicPeriod"/>
              <a:defRPr sz="1600">
                <a:solidFill>
                  <a:schemeClr val="tx1"/>
                </a:solidFill>
              </a:defRPr>
            </a:lvl4pPr>
            <a:lvl5pPr marL="1257300" indent="-342900">
              <a:buFont typeface="+mj-lt"/>
              <a:buAutoNum type="arabicPeriod"/>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90827042"/>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48911" y="1001714"/>
            <a:ext cx="6209053" cy="1122374"/>
          </a:xfrm>
        </p:spPr>
        <p:txBody>
          <a:bodyPr anchor="t"/>
          <a:lstStyle>
            <a:lvl1pPr>
              <a:defRPr cap="all" baseline="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6843096" y="0"/>
            <a:ext cx="2828918" cy="630936"/>
          </a:xfrm>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700589" y="0"/>
            <a:ext cx="914400" cy="630936"/>
          </a:xfrm>
        </p:spPr>
        <p:txBody>
          <a:bodyPr/>
          <a:lstStyle>
            <a:lvl1pPr>
              <a:defRPr>
                <a:solidFill>
                  <a:schemeClr val="tx1"/>
                </a:solidFill>
              </a:defRPr>
            </a:lvl1pPr>
          </a:lstStyle>
          <a:p>
            <a:fld id="{33C78A78-9BD4-2540-9BAB-27AD9352B454}" type="datetime1">
              <a:rPr lang="en-US" smtClean="0"/>
              <a:pPr/>
              <a:t>5/10/2026</a:t>
            </a:fld>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009324" y="0"/>
            <a:ext cx="548640" cy="630936"/>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904907" cy="6858000"/>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48911" y="2496189"/>
            <a:ext cx="6209053" cy="372681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15385792"/>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1001714"/>
            <a:ext cx="6209066" cy="1121419"/>
          </a:xfrm>
        </p:spPr>
        <p:txBody>
          <a:bodyPr anchor="t"/>
          <a:lstStyle>
            <a:lvl1pPr>
              <a:defRPr cap="all" baseline="0">
                <a:solidFill>
                  <a:schemeClr val="bg1"/>
                </a:solidFill>
              </a:defRPr>
            </a:lvl1pPr>
          </a:lstStyle>
          <a:p>
            <a:r>
              <a:rPr lang="en-US"/>
              <a:t>Click to edit Master title style</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34028" y="0"/>
            <a:ext cx="3181348" cy="630936"/>
          </a:xfrm>
        </p:spPr>
        <p:txBody>
          <a:bodyPr/>
          <a:lstStyle>
            <a:lvl1pPr>
              <a:defRPr>
                <a:solidFill>
                  <a:schemeClr val="bg1"/>
                </a:solidFill>
              </a:defRPr>
            </a:lvl1pPr>
          </a:lstStyle>
          <a:p>
            <a:r>
              <a:rPr lang="en-US" dirty="0"/>
              <a:t>SHAPING THE FUTURE OF OUR INDUSTRY</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3859766" y="0"/>
            <a:ext cx="896113" cy="630936"/>
          </a:xfrm>
        </p:spPr>
        <p:txBody>
          <a:bodyPr/>
          <a:lstStyle>
            <a:lvl1pPr>
              <a:defRPr>
                <a:solidFill>
                  <a:schemeClr val="bg1"/>
                </a:solidFill>
              </a:defRPr>
            </a:lvl1pPr>
          </a:lstStyle>
          <a:p>
            <a:fld id="{6B5BCBD1-B884-5B4C-ACE8-81AA2A39E888}" type="datetime1">
              <a:rPr lang="en-US" smtClean="0"/>
              <a:pPr/>
              <a:t>5/10/2026</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4800270" y="0"/>
            <a:ext cx="548640" cy="630936"/>
          </a:xfrm>
        </p:spPr>
        <p:txBody>
          <a:bodyPr/>
          <a:lstStyle>
            <a:lvl1pPr>
              <a:defRPr>
                <a:solidFill>
                  <a:schemeClr val="bg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28" y="2495234"/>
            <a:ext cx="6209066" cy="372776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262823" y="0"/>
            <a:ext cx="4929177" cy="6858000"/>
          </a:xfrm>
          <a:blipFill dpi="0" rotWithShape="1">
            <a:blip r:embed="rId2">
              <a:alphaModFix amt="60000"/>
            </a:blip>
            <a:srcRect/>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487717625"/>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05936" y="1001714"/>
            <a:ext cx="7152028" cy="1122374"/>
          </a:xfrm>
        </p:spPr>
        <p:txBody>
          <a:bodyPr anchor="t"/>
          <a:lstStyle>
            <a:lvl1pPr>
              <a:defRPr cap="all" baseline="0">
                <a:solidFill>
                  <a:schemeClr val="bg1"/>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019547" cy="6858000"/>
          </a:xfrm>
          <a:blipFill dpi="0" rotWithShape="1">
            <a:blip r:embed="rId2">
              <a:alphaModFix amt="60000"/>
            </a:blip>
            <a:srcRect/>
            <a:stretch>
              <a:fillRect/>
            </a:stretch>
          </a:blipFill>
        </p:spPr>
        <p:txBody>
          <a:bodyPr/>
          <a:lstStyle/>
          <a:p>
            <a:r>
              <a:rPr lang="en-US"/>
              <a:t>Click icon to add picture</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6871664" y="0"/>
            <a:ext cx="2800349" cy="630936"/>
          </a:xfrm>
        </p:spPr>
        <p:txBody>
          <a:bodyPr/>
          <a:lstStyle>
            <a:lvl1pPr>
              <a:defRPr>
                <a:solidFill>
                  <a:schemeClr val="bg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9700589" y="0"/>
            <a:ext cx="914400" cy="630936"/>
          </a:xfrm>
        </p:spPr>
        <p:txBody>
          <a:bodyPr/>
          <a:lstStyle>
            <a:lvl1pPr>
              <a:defRPr>
                <a:solidFill>
                  <a:schemeClr val="bg1"/>
                </a:solidFill>
              </a:defRPr>
            </a:lvl1pPr>
          </a:lstStyle>
          <a:p>
            <a:fld id="{B561CBF7-6530-194B-9FC2-12E7E7738880}" type="datetime1">
              <a:rPr lang="en-US" smtClean="0"/>
              <a:pPr/>
              <a:t>5/10/2026</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009324" y="0"/>
            <a:ext cx="548640" cy="630936"/>
          </a:xfrm>
        </p:spPr>
        <p:txBody>
          <a:bodyPr/>
          <a:lstStyle>
            <a:lvl1pPr>
              <a:defRPr>
                <a:solidFill>
                  <a:schemeClr val="bg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405936" y="2496189"/>
            <a:ext cx="7152028" cy="372681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99263639"/>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1001714"/>
            <a:ext cx="6587506" cy="1112519"/>
          </a:xfrm>
        </p:spPr>
        <p:txBody>
          <a:bodyPr anchor="t"/>
          <a:lstStyle>
            <a:lvl1pPr>
              <a:defRPr cap="all" baseline="0">
                <a:solidFill>
                  <a:schemeClr val="bg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28" y="2495234"/>
            <a:ext cx="6595451" cy="372776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34028" y="0"/>
            <a:ext cx="3177059" cy="630936"/>
          </a:xfrm>
        </p:spPr>
        <p:txBody>
          <a:bodyPr/>
          <a:lstStyle>
            <a:lvl1pPr>
              <a:defRPr>
                <a:solidFill>
                  <a:schemeClr val="bg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848478" y="0"/>
            <a:ext cx="914400" cy="630936"/>
          </a:xfrm>
        </p:spPr>
        <p:txBody>
          <a:bodyPr/>
          <a:lstStyle>
            <a:lvl1pPr>
              <a:defRPr>
                <a:solidFill>
                  <a:schemeClr val="bg1"/>
                </a:solidFill>
              </a:defRPr>
            </a:lvl1pPr>
          </a:lstStyle>
          <a:p>
            <a:fld id="{3FA5E271-D672-F147-B371-ABF5E56F00EC}" type="datetime1">
              <a:rPr lang="en-US" smtClean="0"/>
              <a:pPr/>
              <a:t>5/10/2026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4800269" y="0"/>
            <a:ext cx="548641" cy="630936"/>
          </a:xfrm>
        </p:spPr>
        <p:txBody>
          <a:bodyPr/>
          <a:lstStyle>
            <a:lvl1pPr>
              <a:defRPr>
                <a:solidFill>
                  <a:schemeClr val="bg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172454" y="0"/>
            <a:ext cx="4019545" cy="6858000"/>
          </a:xfrm>
          <a:blipFill dpi="0" rotWithShape="1">
            <a:blip r:embed="rId2">
              <a:alphaModFix amt="60000"/>
            </a:blip>
            <a:srcRect/>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1138457317"/>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43095" y="1019803"/>
            <a:ext cx="4714869" cy="1109672"/>
          </a:xfrm>
        </p:spPr>
        <p:txBody>
          <a:bodyPr anchor="t"/>
          <a:lstStyle>
            <a:lvl1pPr>
              <a:defRPr sz="3200" cap="all" baseline="0">
                <a:solidFill>
                  <a:schemeClr val="bg1"/>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286498" cy="6858000"/>
          </a:xfrm>
          <a:blipFill dpi="0" rotWithShape="1">
            <a:blip r:embed="rId2">
              <a:alphaModFix amt="60000"/>
            </a:blip>
            <a:srcRect/>
            <a:stretch>
              <a:fillRect/>
            </a:stretch>
          </a:blipFill>
        </p:spPr>
        <p:txBody>
          <a:body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843095" y="0"/>
            <a:ext cx="2828918" cy="630936"/>
          </a:xfrm>
        </p:spPr>
        <p:txBody>
          <a:bodyPr/>
          <a:lstStyle>
            <a:lvl1pPr>
              <a:defRPr>
                <a:solidFill>
                  <a:schemeClr val="bg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700581" y="0"/>
            <a:ext cx="914407" cy="630936"/>
          </a:xfrm>
        </p:spPr>
        <p:txBody>
          <a:bodyPr/>
          <a:lstStyle>
            <a:lvl1pPr>
              <a:defRPr>
                <a:solidFill>
                  <a:schemeClr val="bg1"/>
                </a:solidFill>
                <a:effectLst/>
              </a:defRPr>
            </a:lvl1pPr>
          </a:lstStyle>
          <a:p>
            <a:fld id="{CC79DE5A-E0D1-2647-9D82-FBDAE5DFB807}" type="datetime1">
              <a:rPr lang="en-US" smtClean="0"/>
              <a:pPr/>
              <a:t>5/10/2026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843095" y="2514279"/>
            <a:ext cx="4714869" cy="370872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23004395"/>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1001715"/>
            <a:ext cx="4714881" cy="1108746"/>
          </a:xfrm>
        </p:spPr>
        <p:txBody>
          <a:bodyPr anchor="t"/>
          <a:lstStyle>
            <a:lvl1pPr>
              <a:defRPr sz="3200" cap="all" baseline="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29" y="2515204"/>
            <a:ext cx="4714881" cy="370779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4028" y="0"/>
            <a:ext cx="2805405" cy="630936"/>
          </a:xfrm>
        </p:spPr>
        <p:txBody>
          <a:bodyPr/>
          <a:lstStyle>
            <a:lvl1pPr>
              <a:defRPr>
                <a:solidFill>
                  <a:schemeClr val="tx1"/>
                </a:solidFill>
                <a:effectLst/>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830190" y="0"/>
            <a:ext cx="914400" cy="630936"/>
          </a:xfrm>
        </p:spPr>
        <p:txBody>
          <a:bodyPr/>
          <a:lstStyle>
            <a:lvl1pPr>
              <a:defRPr>
                <a:solidFill>
                  <a:schemeClr val="tx1"/>
                </a:solidFill>
              </a:defRPr>
            </a:lvl1pPr>
          </a:lstStyle>
          <a:p>
            <a:fld id="{7E69D102-A2FD-8743-85DB-14F8D0C32AC3}" type="datetime1">
              <a:rPr lang="en-US" smtClean="0"/>
              <a:pPr/>
              <a:t>5/10/2026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800270" y="0"/>
            <a:ext cx="548640" cy="630936"/>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05502" y="0"/>
            <a:ext cx="6286498" cy="6858000"/>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Tree>
    <p:extLst>
      <p:ext uri="{BB962C8B-B14F-4D97-AF65-F5344CB8AC3E}">
        <p14:creationId xmlns:p14="http://schemas.microsoft.com/office/powerpoint/2010/main" val="3433333372"/>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43095" y="1011935"/>
            <a:ext cx="4714869" cy="1112153"/>
          </a:xfrm>
        </p:spPr>
        <p:txBody>
          <a:bodyPr anchor="b"/>
          <a:lstStyle>
            <a:lvl1pPr>
              <a:defRPr sz="6000" cap="all" baseline="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53237" y="0"/>
            <a:ext cx="2836870" cy="630936"/>
          </a:xfrm>
        </p:spPr>
        <p:txBody>
          <a:bodyPr/>
          <a:lstStyle>
            <a:lvl1pPr>
              <a:defRPr>
                <a:solidFill>
                  <a:schemeClr val="tx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687910" y="0"/>
            <a:ext cx="927080" cy="630936"/>
          </a:xfrm>
        </p:spPr>
        <p:txBody>
          <a:bodyPr/>
          <a:lstStyle>
            <a:lvl1pPr>
              <a:defRPr>
                <a:solidFill>
                  <a:schemeClr val="tx1"/>
                </a:solidFill>
                <a:effectLst/>
              </a:defRPr>
            </a:lvl1pPr>
          </a:lstStyle>
          <a:p>
            <a:fld id="{FA9F1854-4AF0-ED49-AE83-182A816927B5}" type="datetime1">
              <a:rPr lang="en-US" smtClean="0"/>
              <a:pPr/>
              <a:t>5/10/2026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34029" y="630936"/>
            <a:ext cx="5652469" cy="5592063"/>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861021" y="2496190"/>
            <a:ext cx="4696943" cy="372680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7639047"/>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1001714"/>
            <a:ext cx="4714880" cy="1121417"/>
          </a:xfrm>
        </p:spPr>
        <p:txBody>
          <a:bodyPr anchor="t"/>
          <a:lstStyle>
            <a:lvl1pPr>
              <a:defRPr sz="3200" cap="all" baseline="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4028" y="0"/>
            <a:ext cx="2805405" cy="630936"/>
          </a:xfrm>
        </p:spPr>
        <p:txBody>
          <a:bodyPr/>
          <a:lstStyle>
            <a:lvl1pPr>
              <a:defRPr>
                <a:solidFill>
                  <a:schemeClr val="tx1"/>
                </a:solidFill>
                <a:effectLst/>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848478" y="0"/>
            <a:ext cx="914400" cy="630936"/>
          </a:xfrm>
        </p:spPr>
        <p:txBody>
          <a:bodyPr/>
          <a:lstStyle>
            <a:lvl1pPr>
              <a:defRPr>
                <a:solidFill>
                  <a:schemeClr val="tx1"/>
                </a:solidFill>
              </a:defRPr>
            </a:lvl1pPr>
          </a:lstStyle>
          <a:p>
            <a:fld id="{6E8F57D1-DD5E-4E44-98C5-7D5639D55A57}" type="datetime1">
              <a:rPr lang="en-US" smtClean="0"/>
              <a:pPr/>
              <a:t>5/10/2026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800269" y="0"/>
            <a:ext cx="548640" cy="630936"/>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2495233"/>
            <a:ext cx="4736136" cy="372776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05502" y="0"/>
            <a:ext cx="6286497" cy="6858000"/>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Tree>
    <p:extLst>
      <p:ext uri="{BB962C8B-B14F-4D97-AF65-F5344CB8AC3E}">
        <p14:creationId xmlns:p14="http://schemas.microsoft.com/office/powerpoint/2010/main" val="2338564950"/>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2454" y="992921"/>
            <a:ext cx="3385510" cy="1117539"/>
          </a:xfrm>
        </p:spPr>
        <p:txBody>
          <a:bodyPr anchor="t">
            <a:noAutofit/>
          </a:bodyPr>
          <a:lstStyle>
            <a:lvl1pPr>
              <a:defRPr sz="3200" cap="all" baseline="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172454" y="0"/>
            <a:ext cx="1735843" cy="630936"/>
          </a:xfrm>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9911643" y="0"/>
            <a:ext cx="700007" cy="630936"/>
          </a:xfrm>
        </p:spPr>
        <p:txBody>
          <a:bodyPr/>
          <a:lstStyle>
            <a:lvl1pPr>
              <a:defRPr>
                <a:solidFill>
                  <a:schemeClr val="tx1"/>
                </a:solidFill>
              </a:defRPr>
            </a:lvl1pPr>
          </a:lstStyle>
          <a:p>
            <a:fld id="{BDB83C81-A524-F840-ABC9-B6BB50E4A13C}" type="datetime1">
              <a:rPr lang="en-US" smtClean="0"/>
              <a:pPr/>
              <a:t>5/10/2026</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009323" y="0"/>
            <a:ext cx="548640" cy="630936"/>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584144" cy="6858000"/>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172454" y="2515204"/>
            <a:ext cx="3385510" cy="370779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07650266"/>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1001715"/>
            <a:ext cx="3380187" cy="1108746"/>
          </a:xfrm>
        </p:spPr>
        <p:txBody>
          <a:bodyPr anchor="b">
            <a:noAutofit/>
          </a:bodyPr>
          <a:lstStyle>
            <a:lvl1pPr>
              <a:defRPr sz="3200" cap="all" baseline="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4028" y="0"/>
            <a:ext cx="2083775" cy="630936"/>
          </a:xfrm>
        </p:spPr>
        <p:txBody>
          <a:bodyPr/>
          <a:lstStyle>
            <a:lvl1pPr>
              <a:defRPr>
                <a:solidFill>
                  <a:schemeClr val="tx1"/>
                </a:solidFill>
                <a:effectLst/>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723140" y="0"/>
            <a:ext cx="716293" cy="630936"/>
          </a:xfrm>
        </p:spPr>
        <p:txBody>
          <a:bodyPr/>
          <a:lstStyle>
            <a:lvl1pPr>
              <a:defRPr>
                <a:solidFill>
                  <a:schemeClr val="tx1"/>
                </a:solidFill>
              </a:defRPr>
            </a:lvl1pPr>
          </a:lstStyle>
          <a:p>
            <a:fld id="{1BA8DA53-5E6D-4942-B673-3E50E3C9DB93}" type="datetime1">
              <a:rPr lang="en-US" smtClean="0"/>
              <a:pPr/>
              <a:t>5/10/2026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465575" y="0"/>
            <a:ext cx="548640" cy="630936"/>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29" y="2491461"/>
            <a:ext cx="3380313" cy="373153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761780" y="0"/>
            <a:ext cx="7430219" cy="6858000"/>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Tree>
    <p:extLst>
      <p:ext uri="{BB962C8B-B14F-4D97-AF65-F5344CB8AC3E}">
        <p14:creationId xmlns:p14="http://schemas.microsoft.com/office/powerpoint/2010/main" val="2109990363"/>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2454" y="994222"/>
            <a:ext cx="3385510" cy="1882967"/>
          </a:xfrm>
        </p:spPr>
        <p:txBody>
          <a:bodyPr anchor="b"/>
          <a:lstStyle>
            <a:lvl1pPr>
              <a:defRPr sz="3200" cap="all" baseline="0">
                <a:solidFill>
                  <a:schemeClr val="tx1"/>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781365" cy="6858000"/>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172455" y="0"/>
            <a:ext cx="1735844" cy="630936"/>
          </a:xfrm>
        </p:spPr>
        <p:txBody>
          <a:bodyPr/>
          <a:lstStyle>
            <a:lvl1pPr>
              <a:defRPr>
                <a:solidFill>
                  <a:schemeClr val="tx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916244" y="0"/>
            <a:ext cx="695406" cy="630936"/>
          </a:xfrm>
        </p:spPr>
        <p:txBody>
          <a:bodyPr/>
          <a:lstStyle>
            <a:lvl1pPr>
              <a:defRPr>
                <a:solidFill>
                  <a:schemeClr val="tx1"/>
                </a:solidFill>
                <a:effectLst/>
              </a:defRPr>
            </a:lvl1pPr>
          </a:lstStyle>
          <a:p>
            <a:fld id="{0BA35C60-A52E-0F44-95C1-79561B62B391}" type="datetime1">
              <a:rPr lang="en-US" smtClean="0"/>
              <a:pPr/>
              <a:t>5/10/2026</a:t>
            </a:fld>
            <a:endParaRPr lang="en-US" dirty="0"/>
          </a:p>
        </p:txBody>
      </p:sp>
      <p:sp>
        <p:nvSpPr>
          <p:cNvPr id="34" name="Slide Number Placeholder 9">
            <a:extLst>
              <a:ext uri="{FF2B5EF4-FFF2-40B4-BE49-F238E27FC236}">
                <a16:creationId xmlns:a16="http://schemas.microsoft.com/office/drawing/2014/main" id="{64F22B5B-7B07-4638-1ED2-E13EDE05C19E}"/>
              </a:ext>
            </a:extLst>
          </p:cNvPr>
          <p:cNvSpPr>
            <a:spLocks noGrp="1"/>
          </p:cNvSpPr>
          <p:nvPr>
            <p:ph type="sldNum" sz="quarter" idx="17"/>
          </p:nvPr>
        </p:nvSpPr>
        <p:spPr>
          <a:xfrm>
            <a:off x="11009324" y="0"/>
            <a:ext cx="548640" cy="630936"/>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2454" y="3251766"/>
            <a:ext cx="3385510" cy="2971234"/>
          </a:xfrm>
        </p:spPr>
        <p:txBody>
          <a:bodyPr>
            <a:normAutofit/>
          </a:bodyPr>
          <a:lstStyle>
            <a:lvl1pPr marL="0" indent="0">
              <a:buNone/>
              <a:defRPr sz="1600">
                <a:solidFill>
                  <a:schemeClr val="tx1"/>
                </a:solidFill>
              </a:defRPr>
            </a:lvl1pPr>
            <a:lvl2pPr marL="228600" indent="0">
              <a:buNone/>
              <a:defRPr sz="1400">
                <a:solidFill>
                  <a:schemeClr val="tx1"/>
                </a:solidFill>
              </a:defRPr>
            </a:lvl2pPr>
            <a:lvl3pPr marL="457200" indent="0">
              <a:buNone/>
              <a:defRPr sz="1200">
                <a:solidFill>
                  <a:schemeClr val="tx1"/>
                </a:solidFill>
              </a:defRPr>
            </a:lvl3pPr>
            <a:lvl4pPr marL="685800" indent="0">
              <a:buNone/>
              <a:defRPr sz="1100">
                <a:solidFill>
                  <a:schemeClr val="tx1"/>
                </a:solidFill>
              </a:defRPr>
            </a:lvl4pPr>
            <a:lvl5pPr marL="914400" indent="0">
              <a:buNone/>
              <a:defRPr sz="105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00674057"/>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5100628"/>
            <a:ext cx="4328498" cy="1122373"/>
          </a:xfrm>
        </p:spPr>
        <p:txBody>
          <a:bodyPr anchor="t">
            <a:noAutofit/>
          </a:bodyPr>
          <a:lstStyle>
            <a:lvl1pPr>
              <a:defRPr sz="3200" cap="all" baseline="0">
                <a:solidFill>
                  <a:schemeClr val="bg1"/>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728526"/>
          </a:xfrm>
          <a:blipFill dpi="0" rotWithShape="1">
            <a:blip r:embed="rId2">
              <a:alphaModFix amt="60000"/>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100627"/>
            <a:ext cx="6208724" cy="1122373"/>
          </a:xfrm>
        </p:spPr>
        <p:txBody>
          <a:bodyPr>
            <a:noAutofit/>
          </a:bodyPr>
          <a:lstStyle>
            <a:lvl1pPr marL="0" indent="0">
              <a:buFont typeface="Arial" panose="020B0604020202020204" pitchFamily="34" charset="0"/>
              <a:buNone/>
              <a:defRPr sz="1600">
                <a:solidFill>
                  <a:schemeClr val="bg1"/>
                </a:solidFill>
              </a:defRPr>
            </a:lvl1pPr>
            <a:lvl2pPr marL="228600" indent="0">
              <a:buFont typeface="Arial" panose="020B0604020202020204" pitchFamily="34" charset="0"/>
              <a:buNone/>
              <a:defRPr sz="1400">
                <a:solidFill>
                  <a:schemeClr val="bg1"/>
                </a:solidFill>
              </a:defRPr>
            </a:lvl2pPr>
            <a:lvl3pPr marL="457200" indent="0">
              <a:buFont typeface="Arial" panose="020B0604020202020204" pitchFamily="34" charset="0"/>
              <a:buNone/>
              <a:defRPr sz="1200">
                <a:solidFill>
                  <a:schemeClr val="bg1"/>
                </a:solidFill>
              </a:defRPr>
            </a:lvl3pPr>
            <a:lvl4pPr marL="685800" indent="0">
              <a:buFont typeface="Arial" panose="020B0604020202020204" pitchFamily="34" charset="0"/>
              <a:buNone/>
              <a:defRPr sz="1100">
                <a:solidFill>
                  <a:schemeClr val="bg1"/>
                </a:solidFill>
              </a:defRPr>
            </a:lvl4pPr>
            <a:lvl5pPr marL="914400" indent="0">
              <a:buFont typeface="Arial" panose="020B0604020202020204" pitchFamily="34" charset="0"/>
              <a:buNone/>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4029" y="6211605"/>
            <a:ext cx="3657600" cy="630936"/>
          </a:xfrm>
        </p:spPr>
        <p:txBody>
          <a:bodyPr/>
          <a:lstStyle>
            <a:lvl1pPr>
              <a:defRPr>
                <a:solidFill>
                  <a:schemeClr val="bg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708540" y="6211605"/>
            <a:ext cx="914400" cy="630936"/>
          </a:xfrm>
        </p:spPr>
        <p:txBody>
          <a:bodyPr/>
          <a:lstStyle>
            <a:lvl1pPr>
              <a:defRPr>
                <a:solidFill>
                  <a:schemeClr val="bg1"/>
                </a:solidFill>
              </a:defRPr>
            </a:lvl1pPr>
          </a:lstStyle>
          <a:p>
            <a:fld id="{625E8027-836D-F64B-BBF7-A246E67FE0A3}" type="datetime1">
              <a:rPr lang="en-US" smtClean="0"/>
              <a:pPr/>
              <a:t>5/10/2026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9324" y="6211605"/>
            <a:ext cx="548640" cy="630936"/>
          </a:xfr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5549818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4353866"/>
            <a:ext cx="2828932" cy="1869134"/>
          </a:xfrm>
        </p:spPr>
        <p:txBody>
          <a:bodyPr anchor="t">
            <a:normAutofit/>
          </a:bodyPr>
          <a:lstStyle>
            <a:lvl1pPr>
              <a:defRPr sz="3200" cap="all" baseline="0">
                <a:solidFill>
                  <a:schemeClr val="bg1"/>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dpi="0" rotWithShape="1">
            <a:blip r:embed="rId2">
              <a:alphaModFix amt="60000"/>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19552" y="4353866"/>
            <a:ext cx="7538412" cy="1869134"/>
          </a:xfrm>
        </p:spPr>
        <p:txBody>
          <a:bodyPr>
            <a:noAutofit/>
          </a:bodyPr>
          <a:lstStyle>
            <a:lvl1pPr marL="285750" indent="-285750">
              <a:buFont typeface="Arial" panose="020B0604020202020204" pitchFamily="34" charset="0"/>
              <a:buChar char="•"/>
              <a:defRPr sz="1800">
                <a:solidFill>
                  <a:schemeClr val="bg1"/>
                </a:solidFill>
              </a:defRPr>
            </a:lvl1pPr>
            <a:lvl2pPr marL="514350" indent="-285750">
              <a:buFont typeface="Arial" panose="020B0604020202020204" pitchFamily="34" charset="0"/>
              <a:buChar char="•"/>
              <a:defRPr sz="1600">
                <a:solidFill>
                  <a:schemeClr val="bg1"/>
                </a:solidFill>
              </a:defRPr>
            </a:lvl2pPr>
            <a:lvl3pPr marL="742950" indent="-285750">
              <a:buFont typeface="Arial" panose="020B0604020202020204" pitchFamily="34" charset="0"/>
              <a:buChar char="•"/>
              <a:defRPr sz="1400">
                <a:solidFill>
                  <a:schemeClr val="bg1"/>
                </a:solidFill>
              </a:defRPr>
            </a:lvl3pPr>
            <a:lvl4pPr marL="857250" indent="-171450">
              <a:buFont typeface="Arial" panose="020B0604020202020204" pitchFamily="34" charset="0"/>
              <a:buChar char="•"/>
              <a:defRPr sz="1200">
                <a:solidFill>
                  <a:schemeClr val="bg1"/>
                </a:solidFill>
              </a:defRPr>
            </a:lvl4pPr>
            <a:lvl5pPr marL="1085850" indent="-171450">
              <a:buFont typeface="Arial" panose="020B0604020202020204" pitchFamily="34" charset="0"/>
              <a:buChar cha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4029" y="6211605"/>
            <a:ext cx="3657600" cy="630936"/>
          </a:xfrm>
        </p:spPr>
        <p:txBody>
          <a:bodyPr/>
          <a:lstStyle>
            <a:lvl1pPr>
              <a:defRPr>
                <a:solidFill>
                  <a:schemeClr val="bg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708540" y="6211605"/>
            <a:ext cx="914400" cy="630936"/>
          </a:xfrm>
        </p:spPr>
        <p:txBody>
          <a:bodyPr/>
          <a:lstStyle>
            <a:lvl1pPr>
              <a:defRPr>
                <a:solidFill>
                  <a:schemeClr val="bg1"/>
                </a:solidFill>
              </a:defRPr>
            </a:lvl1pPr>
          </a:lstStyle>
          <a:p>
            <a:fld id="{04D38C6B-BFF0-FA48-8F70-77BDD72A014D}" type="datetime1">
              <a:rPr lang="en-US" smtClean="0"/>
              <a:pPr/>
              <a:t>5/10/2026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9324" y="6211605"/>
            <a:ext cx="548640" cy="630936"/>
          </a:xfr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19072022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627443"/>
            <a:ext cx="2828926" cy="1826790"/>
          </a:xfrm>
        </p:spPr>
        <p:txBody>
          <a:bodyPr anchor="t">
            <a:normAutofit/>
          </a:bodyPr>
          <a:lstStyle>
            <a:lvl1pPr>
              <a:defRPr sz="3200" cap="all" baseline="0">
                <a:solidFill>
                  <a:schemeClr val="bg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19552" y="634999"/>
            <a:ext cx="7538412" cy="1861191"/>
          </a:xfrm>
        </p:spPr>
        <p:txBody>
          <a:bodyPr>
            <a:noAutofit/>
          </a:bodyPr>
          <a:lstStyle>
            <a:lvl1pPr marL="285750" indent="-285750">
              <a:buFont typeface="Arial" panose="020B0604020202020204" pitchFamily="34" charset="0"/>
              <a:buChar char="•"/>
              <a:defRPr sz="1800">
                <a:solidFill>
                  <a:schemeClr val="bg1"/>
                </a:solidFill>
              </a:defRPr>
            </a:lvl1pPr>
            <a:lvl2pPr marL="514350" indent="-285750">
              <a:buFont typeface="Arial" panose="020B0604020202020204" pitchFamily="34" charset="0"/>
              <a:buChar char="•"/>
              <a:defRPr sz="1600">
                <a:solidFill>
                  <a:schemeClr val="bg1"/>
                </a:solidFill>
              </a:defRPr>
            </a:lvl2pPr>
            <a:lvl3pPr marL="742950" indent="-285750">
              <a:buFont typeface="Arial" panose="020B0604020202020204" pitchFamily="34" charset="0"/>
              <a:buChar char="•"/>
              <a:defRPr sz="1400">
                <a:solidFill>
                  <a:schemeClr val="bg1"/>
                </a:solidFill>
              </a:defRPr>
            </a:lvl3pPr>
            <a:lvl4pPr marL="857250" indent="-171450">
              <a:buFont typeface="Arial" panose="020B0604020202020204" pitchFamily="34" charset="0"/>
              <a:buChar char="•"/>
              <a:defRPr sz="1200">
                <a:solidFill>
                  <a:schemeClr val="bg1"/>
                </a:solidFill>
              </a:defRPr>
            </a:lvl4pPr>
            <a:lvl5pPr marL="1085850" indent="-171450">
              <a:buFont typeface="Arial" panose="020B0604020202020204" pitchFamily="34" charset="0"/>
              <a:buChar cha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dpi="0" rotWithShape="1">
            <a:blip r:embed="rId2">
              <a:alphaModFix amt="60000"/>
            </a:blip>
            <a:srcRect/>
            <a:stretch>
              <a:fillRect/>
            </a:stretch>
          </a:blipFill>
        </p:spPr>
        <p:txBody>
          <a:body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4029" y="0"/>
            <a:ext cx="2805405" cy="630936"/>
          </a:xfrm>
        </p:spPr>
        <p:txBody>
          <a:bodyPr/>
          <a:lstStyle>
            <a:lvl1pPr>
              <a:defRPr>
                <a:solidFill>
                  <a:schemeClr val="bg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708540" y="0"/>
            <a:ext cx="914400" cy="630936"/>
          </a:xfrm>
        </p:spPr>
        <p:txBody>
          <a:bodyPr/>
          <a:lstStyle>
            <a:lvl1pPr>
              <a:defRPr>
                <a:solidFill>
                  <a:schemeClr val="bg1"/>
                </a:solidFill>
              </a:defRPr>
            </a:lvl1pPr>
          </a:lstStyle>
          <a:p>
            <a:fld id="{E40AF01B-D893-9C4D-8AB8-7E6079CED5E9}" type="datetime1">
              <a:rPr lang="en-US" smtClean="0"/>
              <a:pPr/>
              <a:t>5/10/2026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9324" y="0"/>
            <a:ext cx="548640" cy="630936"/>
          </a:xfr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668258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1011936"/>
            <a:ext cx="10945318" cy="745437"/>
          </a:xfrm>
        </p:spPr>
        <p:txBody>
          <a:bodyPr anchor="t"/>
          <a:lstStyle>
            <a:lvl1pPr>
              <a:defRPr cap="all" baseline="0">
                <a:solidFill>
                  <a:schemeClr val="bg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bg1"/>
                </a:solidFill>
              </a:defRPr>
            </a:lvl1pPr>
          </a:lstStyle>
          <a:p>
            <a:fld id="{574623E1-10D5-C048-8991-E2228A964ED1}" type="datetime1">
              <a:rPr lang="en-US" smtClean="0"/>
              <a:pPr/>
              <a:t>5/10/2026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5" y="2129474"/>
            <a:ext cx="6230450" cy="4093525"/>
          </a:xfrm>
          <a:blipFill dpi="0" rotWithShape="1">
            <a:blip r:embed="rId2">
              <a:alphaModFix amt="60000"/>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224097" y="2129474"/>
            <a:ext cx="4333867" cy="412819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9990392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1001715"/>
            <a:ext cx="4714881" cy="1121418"/>
          </a:xfrm>
        </p:spPr>
        <p:txBody>
          <a:bodyPr>
            <a:normAutofit/>
          </a:bodyPr>
          <a:lstStyle>
            <a:lvl1pPr>
              <a:defRPr sz="3600" cap="all" baseline="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05DB6E09-373C-2841-960E-B24A18A7C55D}" type="datetime1">
              <a:rPr lang="en-US" smtClean="0"/>
              <a:pPr/>
              <a:t>5/10/2026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34028" y="2495234"/>
            <a:ext cx="4706938" cy="3727766"/>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286499" y="1001715"/>
            <a:ext cx="5292853" cy="522128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59153830"/>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996695"/>
            <a:ext cx="3771907" cy="1126438"/>
          </a:xfrm>
        </p:spPr>
        <p:txBody>
          <a:bodyPr anchor="t">
            <a:normAutofit/>
          </a:bodyPr>
          <a:lstStyle>
            <a:lvl1pPr>
              <a:defRPr sz="3200" cap="all" baseline="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4FCB72DF-080D-4042-863C-D2B08AB5E1E8}" type="datetime1">
              <a:rPr lang="en-US" smtClean="0"/>
              <a:pPr/>
              <a:t>5/10/2026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34029" y="2495234"/>
            <a:ext cx="3717934" cy="3727766"/>
          </a:xfrm>
          <a:blipFill dpi="0" rotWithShape="1">
            <a:blip r:embed="rId2">
              <a:alphaModFix amt="60000"/>
            </a:blip>
            <a:srcRect/>
            <a:stretch>
              <a:fillRect/>
            </a:stretch>
          </a:blipFill>
        </p:spPr>
        <p:txBody>
          <a:bodyPr/>
          <a:lstStyle>
            <a:lvl1pPr marL="0" indent="0">
              <a:buNone/>
              <a:defRPr>
                <a:solidFill>
                  <a:schemeClr val="tx1"/>
                </a:solidFill>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62522" y="1005779"/>
            <a:ext cx="6615116" cy="530294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76185975"/>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6" y="4531056"/>
            <a:ext cx="6209067" cy="1691943"/>
          </a:xfrm>
        </p:spPr>
        <p:txBody>
          <a:bodyPr anchor="b">
            <a:noAutofit/>
          </a:bodyPr>
          <a:lstStyle>
            <a:lvl1pPr>
              <a:defRPr sz="6000" cap="all" baseline="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5C5D9B6A-47DB-D845-97C7-9775E46E650D}" type="datetime1">
              <a:rPr lang="en-US" smtClean="0"/>
              <a:pPr/>
              <a:t>5/10/2026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34027" y="630937"/>
            <a:ext cx="6209067" cy="3504335"/>
          </a:xfrm>
          <a:blipFill dpi="0" rotWithShape="1">
            <a:blip r:embed="rId2">
              <a:alphaModFix amt="60000"/>
            </a:blip>
            <a:srcRect/>
            <a:stretch>
              <a:fillRect/>
            </a:stretch>
          </a:blipFill>
        </p:spPr>
        <p:txBody>
          <a:bodyPr/>
          <a:lstStyle>
            <a:lvl1pPr marL="0" indent="0">
              <a:buNone/>
              <a:defRPr>
                <a:solidFill>
                  <a:schemeClr val="tx1"/>
                </a:solidFill>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7229479" y="630937"/>
            <a:ext cx="4328485" cy="5592064"/>
          </a:xfrm>
        </p:spPr>
        <p:txBody>
          <a:bodyPr anchor="b">
            <a:normAutofit/>
          </a:bodyPr>
          <a:lstStyle>
            <a:lvl1pPr>
              <a:lnSpc>
                <a:spcPct val="120000"/>
              </a:lnSpc>
              <a:spcAft>
                <a:spcPts val="0"/>
              </a:spcAft>
              <a:defRPr sz="1600" b="0" i="0">
                <a:solidFill>
                  <a:schemeClr val="tx1"/>
                </a:solidFill>
                <a:latin typeface="+mn-lt"/>
              </a:defRPr>
            </a:lvl1pPr>
            <a:lvl2pPr>
              <a:lnSpc>
                <a:spcPct val="120000"/>
              </a:lnSpc>
              <a:spcAft>
                <a:spcPts val="0"/>
              </a:spcAft>
              <a:defRPr sz="1600" b="0" i="0">
                <a:solidFill>
                  <a:schemeClr val="tx1"/>
                </a:solidFill>
                <a:latin typeface="+mn-lt"/>
              </a:defRPr>
            </a:lvl2pPr>
            <a:lvl3pPr>
              <a:lnSpc>
                <a:spcPct val="120000"/>
              </a:lnSpc>
              <a:spcAft>
                <a:spcPts val="0"/>
              </a:spcAft>
              <a:defRPr sz="1600" b="0" i="0">
                <a:solidFill>
                  <a:schemeClr val="tx1"/>
                </a:solidFill>
                <a:latin typeface="+mn-lt"/>
              </a:defRPr>
            </a:lvl3pPr>
            <a:lvl4pPr>
              <a:lnSpc>
                <a:spcPct val="120000"/>
              </a:lnSpc>
              <a:spcAft>
                <a:spcPts val="0"/>
              </a:spcAft>
              <a:defRPr sz="1600" b="0" i="0">
                <a:solidFill>
                  <a:schemeClr val="tx1"/>
                </a:solidFill>
                <a:latin typeface="+mn-lt"/>
              </a:defRPr>
            </a:lvl4pPr>
            <a:lvl5pPr>
              <a:lnSpc>
                <a:spcPct val="120000"/>
              </a:lnSpc>
              <a:spcAft>
                <a:spcPts val="0"/>
              </a:spcAft>
              <a:defRPr sz="1600" b="0" i="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05082133"/>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634015" y="5109526"/>
            <a:ext cx="6209079" cy="1113474"/>
          </a:xfrm>
        </p:spPr>
        <p:txBody>
          <a:bodyPr>
            <a:normAutofit/>
          </a:bodyPr>
          <a:lstStyle>
            <a:lvl1pPr>
              <a:lnSpc>
                <a:spcPct val="120000"/>
              </a:lnSpc>
              <a:defRPr sz="2800" b="0">
                <a:solidFill>
                  <a:schemeClr val="tx1"/>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22" y="1011935"/>
            <a:ext cx="10923942" cy="3716591"/>
          </a:xfrm>
        </p:spPr>
        <p:txBody>
          <a:bodyPr anchor="b">
            <a:noAutofit/>
          </a:bodyPr>
          <a:lstStyle>
            <a:lvl1pPr marL="0" indent="0">
              <a:lnSpc>
                <a:spcPct val="90000"/>
              </a:lnSpc>
              <a:spcBef>
                <a:spcPts val="0"/>
              </a:spcBef>
              <a:buNone/>
              <a:defRPr sz="28000" b="0" i="0">
                <a:solidFill>
                  <a:schemeClr val="tx1"/>
                </a:solidFill>
                <a:latin typeface="+mn-lt"/>
              </a:defRPr>
            </a:lvl1pPr>
          </a:lstStyle>
          <a:p>
            <a:pPr lvl="0"/>
            <a:r>
              <a:rPr lang="en-US" dirty="0"/>
              <a:t>##%</a:t>
            </a:r>
          </a:p>
        </p:txBody>
      </p:sp>
    </p:spTree>
    <p:extLst>
      <p:ext uri="{BB962C8B-B14F-4D97-AF65-F5344CB8AC3E}">
        <p14:creationId xmlns:p14="http://schemas.microsoft.com/office/powerpoint/2010/main" val="56780246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133603" y="5109526"/>
            <a:ext cx="7916856" cy="1113474"/>
          </a:xfrm>
        </p:spPr>
        <p:txBody>
          <a:bodyPr>
            <a:normAutofit/>
          </a:bodyPr>
          <a:lstStyle>
            <a:lvl1pPr algn="ctr">
              <a:lnSpc>
                <a:spcPct val="110000"/>
              </a:lnSpc>
              <a:defRPr sz="2800" b="0">
                <a:solidFill>
                  <a:schemeClr val="bg1"/>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29" y="1011935"/>
            <a:ext cx="10923935" cy="3716591"/>
          </a:xfrm>
        </p:spPr>
        <p:txBody>
          <a:bodyPr anchor="b">
            <a:noAutofit/>
          </a:bodyPr>
          <a:lstStyle>
            <a:lvl1pPr marL="0" indent="0" algn="ctr">
              <a:lnSpc>
                <a:spcPct val="90000"/>
              </a:lnSpc>
              <a:buNone/>
              <a:defRPr sz="28000" b="0" i="0">
                <a:solidFill>
                  <a:schemeClr val="bg1"/>
                </a:solidFill>
                <a:latin typeface="+mn-lt"/>
              </a:defRPr>
            </a:lvl1pPr>
          </a:lstStyle>
          <a:p>
            <a:pPr lvl="0"/>
            <a:r>
              <a:rPr lang="en-US" dirty="0"/>
              <a:t>##%</a:t>
            </a:r>
          </a:p>
        </p:txBody>
      </p:sp>
    </p:spTree>
    <p:extLst>
      <p:ext uri="{BB962C8B-B14F-4D97-AF65-F5344CB8AC3E}">
        <p14:creationId xmlns:p14="http://schemas.microsoft.com/office/powerpoint/2010/main" val="23748766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133603" y="5109526"/>
            <a:ext cx="7916856" cy="1245554"/>
          </a:xfrm>
        </p:spPr>
        <p:txBody>
          <a:bodyPr>
            <a:normAutofit/>
          </a:bodyPr>
          <a:lstStyle>
            <a:lvl1pPr algn="ctr">
              <a:lnSpc>
                <a:spcPct val="110000"/>
              </a:lnSpc>
              <a:defRPr sz="2800" b="0" u="none">
                <a:solidFill>
                  <a:schemeClr val="tx1"/>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29" y="1011936"/>
            <a:ext cx="10923935" cy="3665730"/>
          </a:xfrm>
        </p:spPr>
        <p:txBody>
          <a:bodyPr anchor="t">
            <a:noAutofit/>
          </a:bodyPr>
          <a:lstStyle>
            <a:lvl1pPr marL="0" indent="0" algn="ctr">
              <a:lnSpc>
                <a:spcPct val="90000"/>
              </a:lnSpc>
              <a:buNone/>
              <a:defRPr sz="28000" b="0" i="0" u="sng">
                <a:solidFill>
                  <a:schemeClr val="tx1"/>
                </a:solidFill>
                <a:latin typeface="+mn-lt"/>
              </a:defRPr>
            </a:lvl1pPr>
          </a:lstStyle>
          <a:p>
            <a:pPr lvl="0"/>
            <a:r>
              <a:rPr lang="en-US" dirty="0"/>
              <a:t>##%</a:t>
            </a:r>
          </a:p>
        </p:txBody>
      </p:sp>
    </p:spTree>
    <p:extLst>
      <p:ext uri="{BB962C8B-B14F-4D97-AF65-F5344CB8AC3E}">
        <p14:creationId xmlns:p14="http://schemas.microsoft.com/office/powerpoint/2010/main" val="333540929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4">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8164508" y="1001715"/>
            <a:ext cx="3393455" cy="5221285"/>
          </a:xfrm>
        </p:spPr>
        <p:txBody>
          <a:bodyPr anchor="b">
            <a:normAutofit/>
          </a:bodyPr>
          <a:lstStyle>
            <a:lvl1pPr algn="l">
              <a:lnSpc>
                <a:spcPct val="110000"/>
              </a:lnSpc>
              <a:defRPr sz="2000" b="1" i="0" u="none">
                <a:solidFill>
                  <a:schemeClr val="tx1"/>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29" y="1040964"/>
            <a:ext cx="7144095" cy="5846064"/>
          </a:xfrm>
        </p:spPr>
        <p:txBody>
          <a:bodyPr anchor="b">
            <a:noAutofit/>
          </a:bodyPr>
          <a:lstStyle>
            <a:lvl1pPr marL="0" indent="0" algn="l">
              <a:lnSpc>
                <a:spcPct val="90000"/>
              </a:lnSpc>
              <a:buNone/>
              <a:defRPr sz="28000" b="0" i="0" u="sng">
                <a:solidFill>
                  <a:schemeClr val="tx1"/>
                </a:solidFill>
                <a:latin typeface="+mn-lt"/>
              </a:defRPr>
            </a:lvl1pPr>
          </a:lstStyle>
          <a:p>
            <a:pPr lvl="0"/>
            <a:r>
              <a:rPr lang="en-US" dirty="0"/>
              <a:t>##%</a:t>
            </a:r>
          </a:p>
        </p:txBody>
      </p:sp>
    </p:spTree>
    <p:extLst>
      <p:ext uri="{BB962C8B-B14F-4D97-AF65-F5344CB8AC3E}">
        <p14:creationId xmlns:p14="http://schemas.microsoft.com/office/powerpoint/2010/main" val="2147816560"/>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Number Large 5">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8164508" y="1001715"/>
            <a:ext cx="3393455" cy="5221285"/>
          </a:xfrm>
        </p:spPr>
        <p:txBody>
          <a:bodyPr anchor="b">
            <a:normAutofit/>
          </a:bodyPr>
          <a:lstStyle>
            <a:lvl1pPr algn="l">
              <a:lnSpc>
                <a:spcPct val="110000"/>
              </a:lnSpc>
              <a:defRPr sz="2000" b="1" i="0" u="none">
                <a:solidFill>
                  <a:schemeClr val="accent1"/>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29" y="1040964"/>
            <a:ext cx="7144095" cy="5846064"/>
          </a:xfrm>
        </p:spPr>
        <p:txBody>
          <a:bodyPr anchor="b">
            <a:noAutofit/>
          </a:bodyPr>
          <a:lstStyle>
            <a:lvl1pPr marL="0" indent="0" algn="l">
              <a:lnSpc>
                <a:spcPct val="90000"/>
              </a:lnSpc>
              <a:buNone/>
              <a:defRPr sz="28000" b="0" i="0" u="sng">
                <a:solidFill>
                  <a:schemeClr val="accent1"/>
                </a:solidFill>
                <a:latin typeface="+mn-lt"/>
              </a:defRPr>
            </a:lvl1pPr>
          </a:lstStyle>
          <a:p>
            <a:pPr lvl="0"/>
            <a:r>
              <a:rPr lang="en-US" dirty="0"/>
              <a:t>##%</a:t>
            </a:r>
          </a:p>
        </p:txBody>
      </p:sp>
    </p:spTree>
    <p:extLst>
      <p:ext uri="{BB962C8B-B14F-4D97-AF65-F5344CB8AC3E}">
        <p14:creationId xmlns:p14="http://schemas.microsoft.com/office/powerpoint/2010/main" val="2672661957"/>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795663"/>
            <a:ext cx="11579352" cy="1133856"/>
          </a:xfrm>
        </p:spPr>
        <p:txBody>
          <a:bodyPr/>
          <a:lstStyle>
            <a:lvl1pPr>
              <a:defRPr cap="all" baseline="0">
                <a:solidFill>
                  <a:schemeClr val="bg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DA2AD571-8A42-FC4D-8DD1-0DD76ABF057B}" type="datetime1">
              <a:rPr lang="en-US" smtClean="0"/>
              <a:pPr/>
              <a:t>5/10/2026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7" y="1001715"/>
            <a:ext cx="8502777" cy="5221286"/>
          </a:xfrm>
        </p:spPr>
        <p:txBody>
          <a:bodyPr anchor="ctr">
            <a:noAutofit/>
          </a:bodyPr>
          <a:lstStyle>
            <a:lvl1pPr marL="0" indent="0">
              <a:lnSpc>
                <a:spcPct val="100000"/>
              </a:lnSpc>
              <a:buNone/>
              <a:defRPr sz="5400" b="1" u="sng">
                <a:solidFill>
                  <a:schemeClr val="bg1"/>
                </a:solidFill>
              </a:defRPr>
            </a:lvl1pPr>
            <a:lvl2pPr marL="228600" indent="0">
              <a:lnSpc>
                <a:spcPct val="100000"/>
              </a:lnSpc>
              <a:buNone/>
              <a:defRPr sz="4800" b="1" u="sng">
                <a:solidFill>
                  <a:schemeClr val="bg1"/>
                </a:solidFill>
              </a:defRPr>
            </a:lvl2pPr>
            <a:lvl3pPr marL="457200" indent="0">
              <a:lnSpc>
                <a:spcPct val="100000"/>
              </a:lnSpc>
              <a:buNone/>
              <a:defRPr sz="4400" b="1" u="sng">
                <a:solidFill>
                  <a:schemeClr val="bg1"/>
                </a:solidFill>
              </a:defRPr>
            </a:lvl3pPr>
            <a:lvl4pPr marL="685800" indent="0">
              <a:lnSpc>
                <a:spcPct val="100000"/>
              </a:lnSpc>
              <a:buNone/>
              <a:defRPr sz="4000" b="1" u="sng">
                <a:solidFill>
                  <a:schemeClr val="bg1"/>
                </a:solidFill>
              </a:defRPr>
            </a:lvl4pPr>
            <a:lvl5pPr marL="914400" indent="0">
              <a:lnSpc>
                <a:spcPct val="100000"/>
              </a:lnSpc>
              <a:buNone/>
              <a:defRPr sz="3600" b="1" u="sng">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489875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700784"/>
            <a:ext cx="11579352" cy="1133856"/>
          </a:xfrm>
        </p:spPr>
        <p:txBody>
          <a:bodyPr/>
          <a:lstStyle>
            <a:lvl1pPr>
              <a:defRPr cap="all" baseline="0">
                <a:solidFill>
                  <a:schemeClr val="bg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43F588B4-CB59-614E-93AB-9F331D0D8D83}" type="datetime1">
              <a:rPr lang="en-US" smtClean="0"/>
              <a:pPr/>
              <a:t>5/10/2026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29" y="1764792"/>
            <a:ext cx="8481400" cy="4458208"/>
          </a:xfrm>
        </p:spPr>
        <p:txBody>
          <a:bodyPr anchor="b">
            <a:noAutofit/>
          </a:bodyPr>
          <a:lstStyle>
            <a:lvl1pPr marL="0" indent="0">
              <a:lnSpc>
                <a:spcPct val="100000"/>
              </a:lnSpc>
              <a:buNone/>
              <a:defRPr sz="5000" b="1">
                <a:solidFill>
                  <a:schemeClr val="bg1"/>
                </a:solidFill>
              </a:defRPr>
            </a:lvl1pPr>
            <a:lvl2pPr marL="228600" indent="0">
              <a:lnSpc>
                <a:spcPct val="100000"/>
              </a:lnSpc>
              <a:buNone/>
              <a:defRPr sz="4400" b="1">
                <a:solidFill>
                  <a:schemeClr val="bg1"/>
                </a:solidFill>
              </a:defRPr>
            </a:lvl2pPr>
            <a:lvl3pPr marL="457200" indent="0">
              <a:lnSpc>
                <a:spcPct val="100000"/>
              </a:lnSpc>
              <a:buNone/>
              <a:defRPr sz="4000" b="1">
                <a:solidFill>
                  <a:schemeClr val="bg1"/>
                </a:solidFill>
              </a:defRPr>
            </a:lvl3pPr>
            <a:lvl4pPr marL="685800" indent="0">
              <a:lnSpc>
                <a:spcPct val="100000"/>
              </a:lnSpc>
              <a:buNone/>
              <a:defRPr sz="3600" b="1">
                <a:solidFill>
                  <a:schemeClr val="bg1"/>
                </a:solidFill>
              </a:defRPr>
            </a:lvl4pPr>
            <a:lvl5pPr marL="914400" indent="0">
              <a:lnSpc>
                <a:spcPct val="100000"/>
              </a:lnSpc>
              <a:buNone/>
              <a:defRPr sz="3200" b="1">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295408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891284"/>
            <a:ext cx="11579352" cy="1133856"/>
          </a:xfrm>
        </p:spPr>
        <p:txBody>
          <a:bodyPr/>
          <a:lstStyle>
            <a:lvl1pPr>
              <a:defRPr cap="all" baseline="0">
                <a:solidFill>
                  <a:schemeClr val="bg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EA8851A9-1959-C54C-A050-24BB5C598FE4}" type="datetime1">
              <a:rPr lang="en-US" smtClean="0"/>
              <a:pPr/>
              <a:t>5/10/2026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29" y="1011936"/>
            <a:ext cx="8481400" cy="5211064"/>
          </a:xfrm>
        </p:spPr>
        <p:txBody>
          <a:bodyPr anchor="t">
            <a:noAutofit/>
          </a:bodyPr>
          <a:lstStyle>
            <a:lvl1pPr marL="0" indent="0">
              <a:lnSpc>
                <a:spcPct val="100000"/>
              </a:lnSpc>
              <a:buNone/>
              <a:defRPr sz="5000" b="1">
                <a:solidFill>
                  <a:schemeClr val="bg1"/>
                </a:solidFill>
              </a:defRPr>
            </a:lvl1pPr>
            <a:lvl2pPr marL="228600" indent="0">
              <a:lnSpc>
                <a:spcPct val="100000"/>
              </a:lnSpc>
              <a:buNone/>
              <a:defRPr sz="4400" b="1">
                <a:solidFill>
                  <a:schemeClr val="bg1"/>
                </a:solidFill>
              </a:defRPr>
            </a:lvl2pPr>
            <a:lvl3pPr marL="457200" indent="0">
              <a:lnSpc>
                <a:spcPct val="100000"/>
              </a:lnSpc>
              <a:buNone/>
              <a:defRPr sz="4000" b="1">
                <a:solidFill>
                  <a:schemeClr val="bg1"/>
                </a:solidFill>
              </a:defRPr>
            </a:lvl3pPr>
            <a:lvl4pPr marL="685800" indent="0">
              <a:lnSpc>
                <a:spcPct val="100000"/>
              </a:lnSpc>
              <a:buNone/>
              <a:defRPr sz="3600" b="1">
                <a:solidFill>
                  <a:schemeClr val="bg1"/>
                </a:solidFill>
              </a:defRPr>
            </a:lvl4pPr>
            <a:lvl5pPr marL="914400" indent="0">
              <a:lnSpc>
                <a:spcPct val="100000"/>
              </a:lnSpc>
              <a:buNone/>
              <a:defRPr sz="3200" b="1">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2685041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4">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891284"/>
            <a:ext cx="11579352" cy="1133856"/>
          </a:xfrm>
        </p:spPr>
        <p:txBody>
          <a:bodyPr/>
          <a:lstStyle>
            <a:lvl1pPr>
              <a:defRPr cap="all" baseline="0">
                <a:solidFill>
                  <a:schemeClr val="accent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accent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accent1"/>
                </a:solidFill>
              </a:defRPr>
            </a:lvl1pPr>
          </a:lstStyle>
          <a:p>
            <a:fld id="{432BBD40-9FB7-E148-AC1B-3919D230BEB1}" type="datetime1">
              <a:rPr lang="en-US" smtClean="0"/>
              <a:pPr/>
              <a:t>5/10/2026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accent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28" y="1011936"/>
            <a:ext cx="9074511" cy="5211064"/>
          </a:xfrm>
        </p:spPr>
        <p:txBody>
          <a:bodyPr anchor="b">
            <a:noAutofit/>
          </a:bodyPr>
          <a:lstStyle>
            <a:lvl1pPr marL="0" indent="0">
              <a:lnSpc>
                <a:spcPct val="100000"/>
              </a:lnSpc>
              <a:buNone/>
              <a:defRPr sz="6000" b="1" i="0" u="sng">
                <a:solidFill>
                  <a:schemeClr val="accent1"/>
                </a:solidFill>
                <a:latin typeface="+mj-lt"/>
              </a:defRPr>
            </a:lvl1pPr>
            <a:lvl2pPr marL="228600" indent="0">
              <a:lnSpc>
                <a:spcPct val="100000"/>
              </a:lnSpc>
              <a:buNone/>
              <a:defRPr sz="4400" b="1" i="0">
                <a:solidFill>
                  <a:schemeClr val="accent1"/>
                </a:solidFill>
                <a:latin typeface="+mj-lt"/>
              </a:defRPr>
            </a:lvl2pPr>
            <a:lvl3pPr marL="457200" indent="0">
              <a:lnSpc>
                <a:spcPct val="100000"/>
              </a:lnSpc>
              <a:buNone/>
              <a:defRPr sz="4000" b="1" i="0">
                <a:solidFill>
                  <a:schemeClr val="accent1"/>
                </a:solidFill>
                <a:latin typeface="+mj-lt"/>
              </a:defRPr>
            </a:lvl3pPr>
            <a:lvl4pPr marL="685800" indent="0">
              <a:lnSpc>
                <a:spcPct val="100000"/>
              </a:lnSpc>
              <a:buNone/>
              <a:defRPr sz="3600" b="1" i="0">
                <a:solidFill>
                  <a:schemeClr val="accent1"/>
                </a:solidFill>
                <a:latin typeface="+mj-lt"/>
              </a:defRPr>
            </a:lvl4pPr>
            <a:lvl5pPr marL="914400" indent="0">
              <a:lnSpc>
                <a:spcPct val="100000"/>
              </a:lnSpc>
              <a:buNone/>
              <a:defRPr sz="3200" b="1" i="0">
                <a:solidFill>
                  <a:schemeClr val="accent1"/>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804305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577005" y="5475284"/>
            <a:ext cx="9037984" cy="747715"/>
          </a:xfrm>
        </p:spPr>
        <p:txBody>
          <a:bodyPr anchor="ctr">
            <a:normAutofit/>
          </a:bodyPr>
          <a:lstStyle>
            <a:lvl1pPr>
              <a:lnSpc>
                <a:spcPct val="120000"/>
              </a:lnSpc>
              <a:defRPr sz="2000" u="none">
                <a:solidFill>
                  <a:schemeClr val="bg1"/>
                </a:solidFill>
                <a:latin typeface="+mj-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6B7B831F-0525-DF47-A6D2-509FE238C6D0}" type="datetime1">
              <a:rPr lang="en-US" smtClean="0"/>
              <a:pPr/>
              <a:t>5/10/2026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577004" y="1005779"/>
            <a:ext cx="9037985" cy="4103745"/>
          </a:xfrm>
        </p:spPr>
        <p:txBody>
          <a:bodyPr anchor="ctr">
            <a:normAutofit/>
          </a:bodyPr>
          <a:lstStyle>
            <a:lvl1pPr marL="164592" indent="-164592">
              <a:lnSpc>
                <a:spcPct val="100000"/>
              </a:lnSpc>
              <a:spcBef>
                <a:spcPts val="0"/>
              </a:spcBef>
              <a:buNone/>
              <a:defRPr sz="6000">
                <a:solidFill>
                  <a:schemeClr val="bg1"/>
                </a:solidFill>
                <a:latin typeface="+mj-lt"/>
              </a:defRPr>
            </a:lvl1pPr>
          </a:lstStyle>
          <a:p>
            <a:pPr lvl="0"/>
            <a:r>
              <a:rPr lang="en-US" dirty="0"/>
              <a:t>Click to add Quote</a:t>
            </a:r>
          </a:p>
        </p:txBody>
      </p:sp>
    </p:spTree>
    <p:extLst>
      <p:ext uri="{BB962C8B-B14F-4D97-AF65-F5344CB8AC3E}">
        <p14:creationId xmlns:p14="http://schemas.microsoft.com/office/powerpoint/2010/main" val="306903786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569066" y="5475285"/>
            <a:ext cx="9045923" cy="747715"/>
          </a:xfrm>
        </p:spPr>
        <p:txBody>
          <a:bodyPr anchor="ctr">
            <a:normAutofit/>
          </a:bodyPr>
          <a:lstStyle>
            <a:lvl1pPr>
              <a:lnSpc>
                <a:spcPct val="120000"/>
              </a:lnSpc>
              <a:defRPr sz="2000" u="none">
                <a:solidFill>
                  <a:schemeClr val="tx1"/>
                </a:solidFill>
                <a:latin typeface="+mj-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543EBDBC-CFAC-9946-A2F3-D6402690E4D2}" type="datetime1">
              <a:rPr lang="en-US" smtClean="0"/>
              <a:pPr/>
              <a:t>5/10/2026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569066" y="1001715"/>
            <a:ext cx="9053874" cy="4107810"/>
          </a:xfrm>
        </p:spPr>
        <p:txBody>
          <a:bodyPr anchor="b">
            <a:normAutofit/>
          </a:bodyPr>
          <a:lstStyle>
            <a:lvl1pPr marL="164592" indent="-164592">
              <a:lnSpc>
                <a:spcPct val="100000"/>
              </a:lnSpc>
              <a:spcBef>
                <a:spcPts val="0"/>
              </a:spcBef>
              <a:buNone/>
              <a:defRPr sz="6000">
                <a:solidFill>
                  <a:schemeClr val="tx1"/>
                </a:solidFill>
                <a:latin typeface="+mj-lt"/>
              </a:defRPr>
            </a:lvl1pPr>
          </a:lstStyle>
          <a:p>
            <a:pPr lvl="0"/>
            <a:r>
              <a:rPr lang="en-US" dirty="0"/>
              <a:t>Click to add Quote</a:t>
            </a:r>
          </a:p>
        </p:txBody>
      </p:sp>
    </p:spTree>
    <p:extLst>
      <p:ext uri="{BB962C8B-B14F-4D97-AF65-F5344CB8AC3E}">
        <p14:creationId xmlns:p14="http://schemas.microsoft.com/office/powerpoint/2010/main" val="633403001"/>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ot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28" y="5475285"/>
            <a:ext cx="9074512" cy="747715"/>
          </a:xfrm>
        </p:spPr>
        <p:txBody>
          <a:bodyPr anchor="ctr">
            <a:normAutofit/>
          </a:bodyPr>
          <a:lstStyle>
            <a:lvl1pPr>
              <a:lnSpc>
                <a:spcPct val="120000"/>
              </a:lnSpc>
              <a:defRPr sz="2000" u="none">
                <a:solidFill>
                  <a:schemeClr val="bg1"/>
                </a:solidFill>
                <a:latin typeface="+mj-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F542C378-8FD2-C449-B7AA-6F7022066293}" type="datetime1">
              <a:rPr lang="en-US" smtClean="0"/>
              <a:pPr/>
              <a:t>5/10/2026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28" y="1011936"/>
            <a:ext cx="9037985" cy="3716590"/>
          </a:xfrm>
        </p:spPr>
        <p:txBody>
          <a:bodyPr anchor="ctr">
            <a:normAutofit/>
          </a:bodyPr>
          <a:lstStyle>
            <a:lvl1pPr marL="164592" indent="-164592">
              <a:lnSpc>
                <a:spcPct val="100000"/>
              </a:lnSpc>
              <a:spcBef>
                <a:spcPts val="0"/>
              </a:spcBef>
              <a:buNone/>
              <a:defRPr sz="6000">
                <a:solidFill>
                  <a:schemeClr val="bg1"/>
                </a:solidFill>
                <a:latin typeface="+mj-lt"/>
              </a:defRPr>
            </a:lvl1pPr>
          </a:lstStyle>
          <a:p>
            <a:pPr lvl="0"/>
            <a:r>
              <a:rPr lang="en-US" dirty="0"/>
              <a:t>Click to add Quote</a:t>
            </a:r>
          </a:p>
        </p:txBody>
      </p:sp>
    </p:spTree>
    <p:extLst>
      <p:ext uri="{BB962C8B-B14F-4D97-AF65-F5344CB8AC3E}">
        <p14:creationId xmlns:p14="http://schemas.microsoft.com/office/powerpoint/2010/main" val="181588254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4">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30" y="640203"/>
            <a:ext cx="10923934" cy="1099006"/>
          </a:xfrm>
        </p:spPr>
        <p:txBody>
          <a:bodyPr anchor="t">
            <a:normAutofit/>
          </a:bodyPr>
          <a:lstStyle>
            <a:lvl1pPr>
              <a:lnSpc>
                <a:spcPct val="120000"/>
              </a:lnSpc>
              <a:defRPr sz="2000" u="none">
                <a:solidFill>
                  <a:schemeClr val="tx1"/>
                </a:solidFill>
                <a:latin typeface="+mj-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55AA9746-49E3-1D49-A044-597FC2272B5D}" type="datetime1">
              <a:rPr lang="en-US" smtClean="0"/>
              <a:pPr/>
              <a:t>5/10/2026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29" y="2120209"/>
            <a:ext cx="10923935" cy="4102791"/>
          </a:xfrm>
        </p:spPr>
        <p:txBody>
          <a:bodyPr anchor="b">
            <a:normAutofit/>
          </a:bodyPr>
          <a:lstStyle>
            <a:lvl1pPr marL="164592" indent="-164592">
              <a:lnSpc>
                <a:spcPct val="100000"/>
              </a:lnSpc>
              <a:spcBef>
                <a:spcPts val="0"/>
              </a:spcBef>
              <a:buNone/>
              <a:defRPr sz="6000" b="0" i="0">
                <a:solidFill>
                  <a:schemeClr val="tx1"/>
                </a:solidFill>
                <a:latin typeface="+mn-lt"/>
              </a:defRPr>
            </a:lvl1pPr>
          </a:lstStyle>
          <a:p>
            <a:pPr lvl="0"/>
            <a:r>
              <a:rPr lang="en-US" dirty="0"/>
              <a:t>Click to add Quote</a:t>
            </a:r>
          </a:p>
        </p:txBody>
      </p:sp>
    </p:spTree>
    <p:extLst>
      <p:ext uri="{BB962C8B-B14F-4D97-AF65-F5344CB8AC3E}">
        <p14:creationId xmlns:p14="http://schemas.microsoft.com/office/powerpoint/2010/main" val="3647606217"/>
      </p:ext>
    </p:extLst>
  </p:cSld>
  <p:clrMapOvr>
    <a:overrideClrMapping bg1="dk1" tx1="lt1" bg2="dk2" tx2="lt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5">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30" y="1001715"/>
            <a:ext cx="10923934" cy="747715"/>
          </a:xfrm>
        </p:spPr>
        <p:txBody>
          <a:bodyPr anchor="t">
            <a:normAutofit/>
          </a:bodyPr>
          <a:lstStyle>
            <a:lvl1pPr>
              <a:lnSpc>
                <a:spcPct val="120000"/>
              </a:lnSpc>
              <a:defRPr sz="2000" u="none">
                <a:solidFill>
                  <a:schemeClr val="accent1"/>
                </a:solidFill>
                <a:latin typeface="+mj-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accent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accent1"/>
                </a:solidFill>
              </a:defRPr>
            </a:lvl1pPr>
          </a:lstStyle>
          <a:p>
            <a:fld id="{55AA9746-49E3-1D49-A044-597FC2272B5D}" type="datetime1">
              <a:rPr lang="en-US" smtClean="0"/>
              <a:pPr/>
              <a:t>5/10/2026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accent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29" y="2120209"/>
            <a:ext cx="10923935" cy="4102791"/>
          </a:xfrm>
        </p:spPr>
        <p:txBody>
          <a:bodyPr anchor="b">
            <a:normAutofit/>
          </a:bodyPr>
          <a:lstStyle>
            <a:lvl1pPr marL="164592" indent="-164592">
              <a:lnSpc>
                <a:spcPct val="100000"/>
              </a:lnSpc>
              <a:spcBef>
                <a:spcPts val="0"/>
              </a:spcBef>
              <a:buNone/>
              <a:defRPr sz="6000" b="0" i="0">
                <a:solidFill>
                  <a:schemeClr val="accent1"/>
                </a:solidFill>
                <a:latin typeface="+mn-lt"/>
              </a:defRPr>
            </a:lvl1pPr>
          </a:lstStyle>
          <a:p>
            <a:pPr lvl="0"/>
            <a:r>
              <a:rPr lang="en-US" dirty="0"/>
              <a:t>Click to add Quote</a:t>
            </a:r>
          </a:p>
        </p:txBody>
      </p:sp>
    </p:spTree>
    <p:extLst>
      <p:ext uri="{BB962C8B-B14F-4D97-AF65-F5344CB8AC3E}">
        <p14:creationId xmlns:p14="http://schemas.microsoft.com/office/powerpoint/2010/main" val="2587229458"/>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774" y="1010613"/>
            <a:ext cx="10945189" cy="746759"/>
          </a:xfrm>
        </p:spPr>
        <p:txBody>
          <a:bodyPr/>
          <a:lstStyle>
            <a:lvl1pPr>
              <a:defRPr cap="all" baseline="0">
                <a:solidFill>
                  <a:schemeClr val="bg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bg1"/>
                </a:solidFill>
              </a:defRPr>
            </a:lvl1pPr>
          </a:lstStyle>
          <a:p>
            <a:fld id="{CB7BE2A0-CBC1-A842-B334-0B3B571BCC28}" type="datetime1">
              <a:rPr lang="en-US" smtClean="0"/>
              <a:pPr/>
              <a:t>5/10/2026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34028" y="2129474"/>
            <a:ext cx="5271473" cy="40935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283941" y="2129475"/>
            <a:ext cx="5274021" cy="4093524"/>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9374277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34028" y="1010614"/>
            <a:ext cx="10923934" cy="746760"/>
          </a:xfrm>
        </p:spPr>
        <p:txBody>
          <a:bodyPr/>
          <a:lstStyle>
            <a:lvl1pPr>
              <a:defRPr cap="all" baseline="0">
                <a:solidFill>
                  <a:schemeClr val="bg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bg1"/>
                </a:solidFill>
              </a:defRPr>
            </a:lvl1pPr>
          </a:lstStyle>
          <a:p>
            <a:fld id="{354D687F-3261-A345-B9E7-76DD0579BB9D}" type="datetime1">
              <a:rPr lang="en-US" smtClean="0"/>
              <a:pPr/>
              <a:t>5/10/2026</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34028" y="2120575"/>
            <a:ext cx="5271474" cy="375613"/>
          </a:xfrm>
        </p:spPr>
        <p:txBody>
          <a:bodyPr anchor="b">
            <a:normAutofit/>
          </a:bodyPr>
          <a:lstStyle>
            <a:lvl1pPr marL="0" indent="0">
              <a:lnSpc>
                <a:spcPct val="90000"/>
              </a:lnSpc>
              <a:buNone/>
              <a:defRPr sz="2000" b="1" cap="all"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3940" y="2120575"/>
            <a:ext cx="5274023" cy="375614"/>
          </a:xfrm>
        </p:spPr>
        <p:txBody>
          <a:bodyPr anchor="b">
            <a:normAutofit/>
          </a:bodyPr>
          <a:lstStyle>
            <a:lvl1pPr marL="0" indent="0">
              <a:lnSpc>
                <a:spcPct val="90000"/>
              </a:lnSpc>
              <a:buNone/>
              <a:defRPr sz="2000" b="1" cap="all"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34028" y="2877190"/>
            <a:ext cx="5266092" cy="334581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286500" y="2877190"/>
            <a:ext cx="5271464" cy="334581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462334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34029" y="1011936"/>
            <a:ext cx="10923935" cy="1865254"/>
          </a:xfrm>
        </p:spPr>
        <p:txBody>
          <a:bodyPr/>
          <a:lstStyle>
            <a:lvl1pPr>
              <a:defRPr cap="all" baseline="0">
                <a:solidFill>
                  <a:schemeClr val="bg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bg1"/>
                </a:solidFill>
              </a:defRPr>
            </a:lvl1pPr>
          </a:lstStyle>
          <a:p>
            <a:fld id="{25C9DF99-DDC2-894B-B2EC-BE93B405C6CB}" type="datetime1">
              <a:rPr lang="en-US" smtClean="0"/>
              <a:pPr/>
              <a:t>5/10/2026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92758173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bg1"/>
                </a:solidFill>
              </a:defRPr>
            </a:lvl1pPr>
          </a:lstStyle>
          <a:p>
            <a:fld id="{C7E1AAE6-D11F-2F46-A437-EC693200CDD7}" type="datetime1">
              <a:rPr lang="en-US" smtClean="0"/>
              <a:pPr/>
              <a:t>5/10/2026</a:t>
            </a:fld>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55033077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34029" y="996695"/>
            <a:ext cx="3763961" cy="1314426"/>
          </a:xfrm>
        </p:spPr>
        <p:txBody>
          <a:bodyPr anchor="t">
            <a:normAutofit/>
          </a:bodyPr>
          <a:lstStyle>
            <a:lvl1pPr>
              <a:defRPr sz="2800" cap="all" baseline="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lvl1pPr>
              <a:defRPr>
                <a:solidFill>
                  <a:schemeClr val="tx1"/>
                </a:solidFill>
              </a:defRPr>
            </a:lvl1pPr>
          </a:lstStyle>
          <a:p>
            <a:fld id="{3D95903C-EDC1-ED4F-958F-696903391605}" type="datetime1">
              <a:rPr lang="en-US" smtClean="0"/>
              <a:pPr/>
              <a:t>5/10/2026</a:t>
            </a:fld>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34028" y="2495234"/>
            <a:ext cx="3763961" cy="3727766"/>
          </a:xfrm>
        </p:spPr>
        <p:txBody>
          <a:bodyPr anchor="t">
            <a:normAutofit/>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70474" y="1005779"/>
            <a:ext cx="6604492" cy="5217221"/>
          </a:xfrm>
        </p:spPr>
        <p:txBody>
          <a:bodyPr>
            <a:normAutofit/>
          </a:bodyPr>
          <a:lstStyle>
            <a:lvl1pPr>
              <a:defRPr sz="28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85055492"/>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30936"/>
            <a:ext cx="3793283" cy="2246253"/>
          </a:xfrm>
        </p:spPr>
        <p:txBody>
          <a:bodyPr anchor="t">
            <a:normAutofit/>
          </a:bodyPr>
          <a:lstStyle>
            <a:lvl1pPr>
              <a:defRPr sz="2800" cap="all" baseline="0">
                <a:solidFill>
                  <a:schemeClr val="bg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lvl1pPr>
              <a:defRPr>
                <a:solidFill>
                  <a:schemeClr val="bg1"/>
                </a:solidFill>
              </a:defRPr>
            </a:lvl1pPr>
          </a:lstStyle>
          <a:p>
            <a:fld id="{B0DC713B-25C9-B74A-9BBC-A695A5E98312}" type="datetime1">
              <a:rPr lang="en-US" smtClean="0"/>
              <a:pPr/>
              <a:t>5/10/2026</a:t>
            </a:fld>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34021" y="3242949"/>
            <a:ext cx="3763969" cy="3017826"/>
          </a:xfrm>
        </p:spPr>
        <p:txBody>
          <a:bodyPr anchor="b"/>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4962523" y="630937"/>
            <a:ext cx="6616830" cy="5592064"/>
          </a:xfrm>
          <a:blipFill dpi="0" rotWithShape="1">
            <a:blip r:embed="rId2">
              <a:alphaModFix amt="60000"/>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132649805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8" y="982085"/>
            <a:ext cx="7538425" cy="1895105"/>
          </a:xfrm>
        </p:spPr>
        <p:txBody>
          <a:bodyPr anchor="b">
            <a:noAutofit/>
          </a:bodyPr>
          <a:lstStyle>
            <a:lvl1pPr>
              <a:defRPr sz="6000"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91D5279E-0E3B-B54D-9B59-E121D9B3AFDB}" type="datetime1">
              <a:rPr lang="en-US" smtClean="0"/>
              <a:pPr/>
              <a:t>5/10/2026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34028" y="3242949"/>
            <a:ext cx="10923935" cy="2980051"/>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22394673"/>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1381760"/>
            <a:ext cx="8481400" cy="1852292"/>
          </a:xfrm>
        </p:spPr>
        <p:txBody>
          <a:bodyPr anchor="b">
            <a:noAutofit/>
          </a:bodyPr>
          <a:lstStyle>
            <a:lvl1pPr>
              <a:defRPr sz="6000"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4C9E747C-1B1C-1345-96BA-B9E64C23A7BC}" type="datetime1">
              <a:rPr lang="en-US" smtClean="0"/>
              <a:pPr/>
              <a:t>5/10/2026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34029" y="3614097"/>
            <a:ext cx="8481400" cy="1861187"/>
          </a:xfrm>
        </p:spPr>
        <p:txBody>
          <a:bodyPr>
            <a:noAutofit/>
          </a:bodyPr>
          <a:lstStyle>
            <a:lvl1pPr marL="0" indent="0">
              <a:buNone/>
              <a:defRPr sz="2400">
                <a:solidFill>
                  <a:schemeClr val="tx1"/>
                </a:solidFill>
              </a:defRPr>
            </a:lvl1pPr>
            <a:lvl2pPr marL="228600" indent="0">
              <a:buNone/>
              <a:defRPr sz="2000">
                <a:solidFill>
                  <a:schemeClr val="tx1"/>
                </a:solidFill>
              </a:defRPr>
            </a:lvl2pPr>
            <a:lvl3pPr marL="457200" indent="0">
              <a:buNone/>
              <a:defRPr sz="1800">
                <a:solidFill>
                  <a:schemeClr val="tx1"/>
                </a:solidFill>
              </a:defRPr>
            </a:lvl3pPr>
            <a:lvl4pPr marL="685800" indent="0">
              <a:buNone/>
              <a:defRPr sz="16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32122885"/>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nclusion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1381760"/>
            <a:ext cx="7731038" cy="3346766"/>
          </a:xfrm>
        </p:spPr>
        <p:txBody>
          <a:bodyPr anchor="b">
            <a:noAutofit/>
          </a:bodyPr>
          <a:lstStyle>
            <a:lvl1pPr>
              <a:defRPr sz="6000" cap="all" baseline="0">
                <a:solidFill>
                  <a:schemeClr val="accent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accent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accent1"/>
                </a:solidFill>
              </a:defRPr>
            </a:lvl1pPr>
          </a:lstStyle>
          <a:p>
            <a:fld id="{09DA23C4-A9FB-DB4A-B7DD-A0A5161EF3E0}" type="datetime1">
              <a:rPr lang="en-US" smtClean="0"/>
              <a:pPr/>
              <a:t>5/10/2026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accent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34029" y="5109526"/>
            <a:ext cx="6595450" cy="1113474"/>
          </a:xfrm>
        </p:spPr>
        <p:txBody>
          <a:bodyPr>
            <a:noAutofit/>
          </a:bodyPr>
          <a:lstStyle>
            <a:lvl1pPr marL="0" indent="0">
              <a:buNone/>
              <a:defRPr sz="2000" b="1" i="0">
                <a:solidFill>
                  <a:schemeClr val="accent1"/>
                </a:solidFill>
                <a:latin typeface="+mj-lt"/>
              </a:defRPr>
            </a:lvl1pPr>
            <a:lvl2pPr marL="228600" indent="0">
              <a:buNone/>
              <a:defRPr sz="2000" b="1" i="0">
                <a:solidFill>
                  <a:schemeClr val="accent1"/>
                </a:solidFill>
                <a:latin typeface="+mj-lt"/>
              </a:defRPr>
            </a:lvl2pPr>
            <a:lvl3pPr marL="457200" indent="0">
              <a:buNone/>
              <a:defRPr sz="2000" b="1" i="0">
                <a:solidFill>
                  <a:schemeClr val="accent1"/>
                </a:solidFill>
                <a:latin typeface="+mj-lt"/>
              </a:defRPr>
            </a:lvl3pPr>
            <a:lvl4pPr marL="685800" indent="0">
              <a:buNone/>
              <a:defRPr sz="2000" b="1" i="0">
                <a:solidFill>
                  <a:schemeClr val="accent1"/>
                </a:solidFill>
                <a:latin typeface="+mj-lt"/>
              </a:defRPr>
            </a:lvl4pPr>
            <a:lvl5pPr marL="914400" indent="0">
              <a:buNone/>
              <a:defRPr sz="2000" b="1" i="0">
                <a:solidFill>
                  <a:schemeClr val="accent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46027884"/>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34029" y="1001714"/>
            <a:ext cx="10923935" cy="1494476"/>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708540" y="0"/>
            <a:ext cx="914400" cy="630936"/>
          </a:xfrm>
          <a:prstGeom prst="rect">
            <a:avLst/>
          </a:prstGeom>
        </p:spPr>
        <p:txBody>
          <a:bodyPr vert="horz" lIns="91440" tIns="45720" rIns="91440" bIns="45720" rtlCol="0" anchor="ctr"/>
          <a:lstStyle>
            <a:lvl1pPr algn="r">
              <a:defRPr sz="900">
                <a:solidFill>
                  <a:schemeClr val="bg1"/>
                </a:solidFill>
                <a:latin typeface="+mj-lt"/>
              </a:defRPr>
            </a:lvl1pPr>
          </a:lstStyle>
          <a:p>
            <a:fld id="{D90E5A07-4FDA-D34C-BE60-17876FEEBAA5}" type="datetime1">
              <a:rPr lang="en-US" smtClean="0"/>
              <a:pPr/>
              <a:t>5/10/2026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34029" y="0"/>
            <a:ext cx="3657600" cy="630936"/>
          </a:xfrm>
          <a:prstGeom prst="rect">
            <a:avLst/>
          </a:prstGeom>
        </p:spPr>
        <p:txBody>
          <a:bodyPr vert="horz" lIns="91440" tIns="45720" rIns="91440" bIns="45720" rtlCol="0" anchor="ctr"/>
          <a:lstStyle>
            <a:lvl1pPr algn="l">
              <a:defRPr sz="900">
                <a:solidFill>
                  <a:schemeClr val="bg1"/>
                </a:solidFill>
                <a:latin typeface="+mj-lt"/>
              </a:defRPr>
            </a:lvl1pPr>
          </a:lstStyle>
          <a:p>
            <a:r>
              <a:rPr lang="en-US" dirty="0"/>
              <a:t>SHAPING THE FUTURE OF OUR INDUSTRY</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09324" y="0"/>
            <a:ext cx="548640" cy="630936"/>
          </a:xfrm>
          <a:prstGeom prst="rect">
            <a:avLst/>
          </a:prstGeom>
        </p:spPr>
        <p:txBody>
          <a:bodyPr vert="horz" lIns="91440" tIns="45720" rIns="91440" bIns="45720" rtlCol="0" anchor="ctr"/>
          <a:lstStyle>
            <a:lvl1pPr algn="r">
              <a:defRPr sz="900" b="1" i="0">
                <a:solidFill>
                  <a:schemeClr val="bg1"/>
                </a:solidFill>
                <a:latin typeface="+mj-lt"/>
              </a:defRPr>
            </a:lvl1pPr>
          </a:lstStyle>
          <a:p>
            <a:fld id="{CC057153-B650-4DEB-B370-79DDCFDCE934}" type="slidenum">
              <a:rPr lang="en-US" smtClean="0"/>
              <a:pPr/>
              <a:t>‹#›</a:t>
            </a:fld>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34029" y="2877190"/>
            <a:ext cx="10923935" cy="334581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09973695"/>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9" r:id="rId5"/>
    <p:sldLayoutId id="2147483780" r:id="rId6"/>
    <p:sldLayoutId id="2147483781" r:id="rId7"/>
    <p:sldLayoutId id="2147483782" r:id="rId8"/>
    <p:sldLayoutId id="2147483832" r:id="rId9"/>
    <p:sldLayoutId id="2147483783" r:id="rId10"/>
    <p:sldLayoutId id="2147483833" r:id="rId11"/>
    <p:sldLayoutId id="2147483784" r:id="rId12"/>
    <p:sldLayoutId id="2147483785" r:id="rId13"/>
    <p:sldLayoutId id="2147483786" r:id="rId14"/>
    <p:sldLayoutId id="2147483787" r:id="rId15"/>
    <p:sldLayoutId id="2147483788" r:id="rId16"/>
    <p:sldLayoutId id="2147483789" r:id="rId17"/>
    <p:sldLayoutId id="2147483790" r:id="rId18"/>
    <p:sldLayoutId id="2147483791" r:id="rId19"/>
    <p:sldLayoutId id="2147483792" r:id="rId20"/>
    <p:sldLayoutId id="2147483793" r:id="rId21"/>
    <p:sldLayoutId id="2147483794" r:id="rId22"/>
    <p:sldLayoutId id="2147483795" r:id="rId23"/>
    <p:sldLayoutId id="2147483796" r:id="rId24"/>
    <p:sldLayoutId id="2147483797" r:id="rId25"/>
    <p:sldLayoutId id="2147483798" r:id="rId26"/>
    <p:sldLayoutId id="2147483799" r:id="rId27"/>
    <p:sldLayoutId id="2147483800" r:id="rId28"/>
    <p:sldLayoutId id="2147483801" r:id="rId29"/>
    <p:sldLayoutId id="2147483802" r:id="rId30"/>
    <p:sldLayoutId id="2147483803" r:id="rId31"/>
    <p:sldLayoutId id="2147483804" r:id="rId32"/>
    <p:sldLayoutId id="2147483805" r:id="rId33"/>
    <p:sldLayoutId id="2147483806" r:id="rId34"/>
    <p:sldLayoutId id="2147483807" r:id="rId35"/>
    <p:sldLayoutId id="2147483808" r:id="rId36"/>
    <p:sldLayoutId id="2147483809" r:id="rId37"/>
    <p:sldLayoutId id="2147483810" r:id="rId38"/>
    <p:sldLayoutId id="2147483811" r:id="rId39"/>
    <p:sldLayoutId id="2147483812" r:id="rId40"/>
    <p:sldLayoutId id="2147483813" r:id="rId41"/>
    <p:sldLayoutId id="2147483814" r:id="rId42"/>
    <p:sldLayoutId id="2147483834" r:id="rId43"/>
    <p:sldLayoutId id="2147483815" r:id="rId44"/>
    <p:sldLayoutId id="2147483816" r:id="rId45"/>
    <p:sldLayoutId id="2147483817" r:id="rId46"/>
    <p:sldLayoutId id="2147483818" r:id="rId47"/>
    <p:sldLayoutId id="2147483819" r:id="rId48"/>
    <p:sldLayoutId id="2147483820" r:id="rId49"/>
    <p:sldLayoutId id="2147483821" r:id="rId50"/>
    <p:sldLayoutId id="2147483822" r:id="rId51"/>
    <p:sldLayoutId id="2147483835" r:id="rId52"/>
    <p:sldLayoutId id="2147483823" r:id="rId53"/>
    <p:sldLayoutId id="2147483824" r:id="rId54"/>
    <p:sldLayoutId id="2147483825" r:id="rId55"/>
    <p:sldLayoutId id="2147483826" r:id="rId56"/>
    <p:sldLayoutId id="2147483827" r:id="rId57"/>
    <p:sldLayoutId id="2147483828" r:id="rId58"/>
    <p:sldLayoutId id="2147483829" r:id="rId59"/>
    <p:sldLayoutId id="2147483830" r:id="rId60"/>
    <p:sldLayoutId id="2147483831" r:id="rId61"/>
  </p:sldLayoutIdLst>
  <p:hf sldNum="0" hdr="0" ftr="0" dt="0"/>
  <p:txStyles>
    <p:titleStyle>
      <a:lvl1pPr algn="l" defTabSz="914400" rtl="0" eaLnBrk="1" latinLnBrk="0" hangingPunct="1">
        <a:lnSpc>
          <a:spcPct val="90000"/>
        </a:lnSpc>
        <a:spcBef>
          <a:spcPct val="0"/>
        </a:spcBef>
        <a:buNone/>
        <a:defRPr sz="6000" b="1" u="sng"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b="0" i="0" kern="1200">
          <a:solidFill>
            <a:schemeClr val="bg1"/>
          </a:solidFill>
          <a:latin typeface="+mn-lt"/>
          <a:ea typeface="+mn-ea"/>
          <a:cs typeface="+mn-cs"/>
        </a:defRPr>
      </a:lvl1pPr>
      <a:lvl2pPr marL="457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2pPr>
      <a:lvl3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mn-lt"/>
          <a:ea typeface="+mn-ea"/>
          <a:cs typeface="+mn-cs"/>
        </a:defRPr>
      </a:lvl3pPr>
      <a:lvl4pPr marL="914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bg1"/>
          </a:solidFill>
          <a:latin typeface="+mn-lt"/>
          <a:ea typeface="+mn-ea"/>
          <a:cs typeface="+mn-cs"/>
        </a:defRPr>
      </a:lvl4pPr>
      <a:lvl5pPr marL="1143000" indent="-228600" algn="l" defTabSz="914400" rtl="0" eaLnBrk="1" latinLnBrk="0" hangingPunct="1">
        <a:lnSpc>
          <a:spcPct val="90000"/>
        </a:lnSpc>
        <a:spcBef>
          <a:spcPts val="500"/>
        </a:spcBef>
        <a:buFont typeface="Arial" panose="020B0604020202020204" pitchFamily="34" charset="0"/>
        <a:buChar char="•"/>
        <a:defRPr sz="12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2608C23-AAC7-24F5-F2C0-159F3F981C2A}"/>
              </a:ext>
            </a:extLst>
          </p:cNvPr>
          <p:cNvSpPr>
            <a:spLocks noGrp="1"/>
          </p:cNvSpPr>
          <p:nvPr>
            <p:ph type="ctrTitle"/>
          </p:nvPr>
        </p:nvSpPr>
        <p:spPr>
          <a:xfrm>
            <a:off x="634029" y="634999"/>
            <a:ext cx="7152035" cy="5588001"/>
          </a:xfrm>
        </p:spPr>
        <p:txBody>
          <a:bodyPr/>
          <a:lstStyle/>
          <a:p>
            <a:r>
              <a:rPr lang="en-US" dirty="0"/>
              <a:t>Ece2071 Project</a:t>
            </a:r>
          </a:p>
        </p:txBody>
      </p:sp>
      <p:sp>
        <p:nvSpPr>
          <p:cNvPr id="6" name="Subtitle 5">
            <a:extLst>
              <a:ext uri="{FF2B5EF4-FFF2-40B4-BE49-F238E27FC236}">
                <a16:creationId xmlns:a16="http://schemas.microsoft.com/office/drawing/2014/main" id="{BDE37C8C-B9EB-77D8-9402-9E66A29BE49B}"/>
              </a:ext>
            </a:extLst>
          </p:cNvPr>
          <p:cNvSpPr>
            <a:spLocks noGrp="1"/>
          </p:cNvSpPr>
          <p:nvPr>
            <p:ph type="subTitle" idx="1"/>
          </p:nvPr>
        </p:nvSpPr>
        <p:spPr>
          <a:xfrm>
            <a:off x="8172448" y="634999"/>
            <a:ext cx="3385516" cy="1494477"/>
          </a:xfrm>
        </p:spPr>
        <p:txBody>
          <a:bodyPr/>
          <a:lstStyle/>
          <a:p>
            <a:r>
              <a:rPr lang="en-US" dirty="0"/>
              <a:t>Presented by Team B14</a:t>
            </a:r>
          </a:p>
        </p:txBody>
      </p:sp>
    </p:spTree>
    <p:extLst>
      <p:ext uri="{BB962C8B-B14F-4D97-AF65-F5344CB8AC3E}">
        <p14:creationId xmlns:p14="http://schemas.microsoft.com/office/powerpoint/2010/main" val="396911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B9519-237E-F154-0775-DC5A3CDF75BA}"/>
              </a:ext>
            </a:extLst>
          </p:cNvPr>
          <p:cNvSpPr>
            <a:spLocks noGrp="1"/>
          </p:cNvSpPr>
          <p:nvPr>
            <p:ph type="title"/>
          </p:nvPr>
        </p:nvSpPr>
        <p:spPr>
          <a:xfrm>
            <a:off x="634029" y="1001714"/>
            <a:ext cx="10027044" cy="2613336"/>
          </a:xfrm>
        </p:spPr>
        <p:txBody>
          <a:bodyPr/>
          <a:lstStyle/>
          <a:p>
            <a:r>
              <a:rPr lang="en-US" u="none" dirty="0"/>
              <a:t>Introduction and Task review</a:t>
            </a:r>
          </a:p>
        </p:txBody>
      </p:sp>
    </p:spTree>
    <p:extLst>
      <p:ext uri="{BB962C8B-B14F-4D97-AF65-F5344CB8AC3E}">
        <p14:creationId xmlns:p14="http://schemas.microsoft.com/office/powerpoint/2010/main" val="3664579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C7084-C959-6935-0D99-455326A78F99}"/>
              </a:ext>
            </a:extLst>
          </p:cNvPr>
          <p:cNvSpPr>
            <a:spLocks noGrp="1"/>
          </p:cNvSpPr>
          <p:nvPr>
            <p:ph type="ctrTitle"/>
          </p:nvPr>
        </p:nvSpPr>
        <p:spPr>
          <a:xfrm>
            <a:off x="211464" y="-177308"/>
            <a:ext cx="8780136" cy="1763653"/>
          </a:xfrm>
        </p:spPr>
        <p:txBody>
          <a:bodyPr/>
          <a:lstStyle/>
          <a:p>
            <a:r>
              <a:rPr lang="en-US" u="none" dirty="0"/>
              <a:t>What is the project</a:t>
            </a:r>
          </a:p>
        </p:txBody>
      </p:sp>
      <p:sp>
        <p:nvSpPr>
          <p:cNvPr id="3" name="TextBox 2">
            <a:extLst>
              <a:ext uri="{FF2B5EF4-FFF2-40B4-BE49-F238E27FC236}">
                <a16:creationId xmlns:a16="http://schemas.microsoft.com/office/drawing/2014/main" id="{2CE208EC-6909-E53D-06CC-25441FCE926B}"/>
              </a:ext>
            </a:extLst>
          </p:cNvPr>
          <p:cNvSpPr txBox="1"/>
          <p:nvPr/>
        </p:nvSpPr>
        <p:spPr>
          <a:xfrm>
            <a:off x="436417" y="2396836"/>
            <a:ext cx="10550237" cy="3600986"/>
          </a:xfrm>
          <a:prstGeom prst="rect">
            <a:avLst/>
          </a:prstGeom>
          <a:noFill/>
        </p:spPr>
        <p:txBody>
          <a:bodyPr wrap="square" rtlCol="0">
            <a:spAutoFit/>
          </a:bodyPr>
          <a:lstStyle/>
          <a:p>
            <a:r>
              <a:rPr lang="en-AU" sz="2000" b="1" dirty="0">
                <a:solidFill>
                  <a:schemeClr val="bg1"/>
                </a:solidFill>
              </a:rPr>
              <a:t>Creating an audio capturing system that records and outputs recorded sounds through the storage and manipulation of data in STMS </a:t>
            </a:r>
          </a:p>
          <a:p>
            <a:endParaRPr lang="en-AU" sz="1900" b="1" dirty="0">
              <a:solidFill>
                <a:schemeClr val="bg1"/>
              </a:solidFill>
            </a:endParaRPr>
          </a:p>
          <a:p>
            <a:pPr marL="285750" indent="-285750">
              <a:buFont typeface="Arial" panose="020B0604020202020204" pitchFamily="34" charset="0"/>
              <a:buChar char="•"/>
            </a:pPr>
            <a:r>
              <a:rPr lang="en-AU" sz="1900" b="1" dirty="0">
                <a:solidFill>
                  <a:schemeClr val="bg1"/>
                </a:solidFill>
              </a:rPr>
              <a:t>Task 1: Create a MVP that records in a sampling STM, sends to a processing STM, and finally to a python script as a .wav file </a:t>
            </a:r>
          </a:p>
          <a:p>
            <a:endParaRPr lang="en-AU" sz="1900" b="1" dirty="0">
              <a:solidFill>
                <a:schemeClr val="bg1"/>
              </a:solidFill>
            </a:endParaRPr>
          </a:p>
          <a:p>
            <a:pPr marL="285750" indent="-285750">
              <a:buFont typeface="Arial" panose="020B0604020202020204" pitchFamily="34" charset="0"/>
              <a:buChar char="•"/>
            </a:pPr>
            <a:r>
              <a:rPr lang="en-AU" sz="1900" b="1" dirty="0">
                <a:solidFill>
                  <a:schemeClr val="bg1"/>
                </a:solidFill>
              </a:rPr>
              <a:t>Task 2: Create an interface in python (CLI), add features based on proximity (USS), bonus features for analysis </a:t>
            </a:r>
          </a:p>
          <a:p>
            <a:endParaRPr lang="en-AU" sz="1900" b="1" dirty="0">
              <a:solidFill>
                <a:schemeClr val="bg1"/>
              </a:solidFill>
            </a:endParaRPr>
          </a:p>
          <a:p>
            <a:pPr marL="285750" indent="-285750">
              <a:buFont typeface="Arial" panose="020B0604020202020204" pitchFamily="34" charset="0"/>
              <a:buChar char="•"/>
            </a:pPr>
            <a:r>
              <a:rPr lang="en-AU" sz="1900" b="1" dirty="0">
                <a:solidFill>
                  <a:schemeClr val="bg1"/>
                </a:solidFill>
              </a:rPr>
              <a:t>Task 3: Improve quality to 10 bits and downsize </a:t>
            </a:r>
          </a:p>
          <a:p>
            <a:pPr marL="285750" indent="-285750">
              <a:buFont typeface="Arial" panose="020B0604020202020204" pitchFamily="34" charset="0"/>
              <a:buChar char="•"/>
            </a:pPr>
            <a:endParaRPr lang="en-AU" sz="1900" b="1" dirty="0">
              <a:solidFill>
                <a:schemeClr val="bg1"/>
              </a:solidFill>
            </a:endParaRPr>
          </a:p>
          <a:p>
            <a:pPr marL="285750" indent="-285750">
              <a:buFont typeface="Arial" panose="020B0604020202020204" pitchFamily="34" charset="0"/>
              <a:buChar char="•"/>
            </a:pPr>
            <a:r>
              <a:rPr lang="en-AU" sz="1900" b="1" dirty="0">
                <a:solidFill>
                  <a:schemeClr val="bg1"/>
                </a:solidFill>
              </a:rPr>
              <a:t>Task 4: Improve quality to 12 bits at a sampling of 44.1 </a:t>
            </a:r>
            <a:r>
              <a:rPr lang="en-AU" sz="1900" b="1" dirty="0" err="1">
                <a:solidFill>
                  <a:schemeClr val="bg1"/>
                </a:solidFill>
              </a:rPr>
              <a:t>ksps</a:t>
            </a:r>
            <a:endParaRPr lang="en-AU" sz="1900" b="1" dirty="0">
              <a:solidFill>
                <a:schemeClr val="bg1"/>
              </a:solidFill>
            </a:endParaRPr>
          </a:p>
        </p:txBody>
      </p:sp>
    </p:spTree>
    <p:extLst>
      <p:ext uri="{BB962C8B-B14F-4D97-AF65-F5344CB8AC3E}">
        <p14:creationId xmlns:p14="http://schemas.microsoft.com/office/powerpoint/2010/main" val="1751885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CAA463-F531-1FC1-6826-167C367BDDA1}"/>
              </a:ext>
            </a:extLst>
          </p:cNvPr>
          <p:cNvSpPr>
            <a:spLocks noGrp="1"/>
          </p:cNvSpPr>
          <p:nvPr>
            <p:ph sz="quarter" idx="13"/>
          </p:nvPr>
        </p:nvSpPr>
        <p:spPr>
          <a:xfrm>
            <a:off x="634029" y="1040964"/>
            <a:ext cx="11267026" cy="3129254"/>
          </a:xfrm>
        </p:spPr>
        <p:txBody>
          <a:bodyPr/>
          <a:lstStyle/>
          <a:p>
            <a:r>
              <a:rPr lang="en-US" sz="4000" b="1" u="none" dirty="0"/>
              <a:t>Task 1:Minimum Viable Product (MVP)</a:t>
            </a:r>
          </a:p>
        </p:txBody>
      </p:sp>
    </p:spTree>
    <p:extLst>
      <p:ext uri="{BB962C8B-B14F-4D97-AF65-F5344CB8AC3E}">
        <p14:creationId xmlns:p14="http://schemas.microsoft.com/office/powerpoint/2010/main" val="3408536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0A39145-5737-AE1C-2B00-463DDF7686C0}"/>
              </a:ext>
            </a:extLst>
          </p:cNvPr>
          <p:cNvSpPr txBox="1"/>
          <p:nvPr/>
        </p:nvSpPr>
        <p:spPr>
          <a:xfrm>
            <a:off x="498762" y="768927"/>
            <a:ext cx="10550237" cy="4893647"/>
          </a:xfrm>
          <a:prstGeom prst="rect">
            <a:avLst/>
          </a:prstGeom>
          <a:noFill/>
        </p:spPr>
        <p:txBody>
          <a:bodyPr wrap="square" rtlCol="0">
            <a:spAutoFit/>
          </a:bodyPr>
          <a:lstStyle/>
          <a:p>
            <a:r>
              <a:rPr lang="en-AU" sz="2400" b="1" dirty="0"/>
              <a:t>Sampling STM:</a:t>
            </a:r>
            <a:endParaRPr lang="en-AU" sz="2400" dirty="0"/>
          </a:p>
          <a:p>
            <a:pPr marL="342900" indent="-342900">
              <a:buFont typeface="Arial" panose="020B0604020202020204" pitchFamily="34" charset="0"/>
              <a:buChar char="•"/>
            </a:pPr>
            <a:r>
              <a:rPr lang="en-AU" sz="2400" dirty="0"/>
              <a:t>Using the ADC, music samples were recorded through a bias circuit and transmitted over USART1 using a TX-to-RX pin connection. </a:t>
            </a:r>
          </a:p>
          <a:p>
            <a:endParaRPr lang="en-AU" sz="2400" dirty="0"/>
          </a:p>
          <a:p>
            <a:r>
              <a:rPr lang="en-AU" sz="2400" b="1" dirty="0"/>
              <a:t>Processing STM:</a:t>
            </a:r>
            <a:endParaRPr lang="en-AU" sz="2400" dirty="0"/>
          </a:p>
          <a:p>
            <a:pPr marL="342900" indent="-342900">
              <a:buFont typeface="Arial" panose="020B0604020202020204" pitchFamily="34" charset="0"/>
              <a:buChar char="•"/>
            </a:pPr>
            <a:r>
              <a:rPr lang="en-AU" sz="2400" dirty="0"/>
              <a:t>The Processing STM received the samples over USART1 and applied a moving average filter by adding the current sample to the previous sample and dividing the result by 2. The filtered data was then transmitted to the Python script via USART2 (USB connection). </a:t>
            </a:r>
          </a:p>
          <a:p>
            <a:endParaRPr lang="en-AU" sz="2400" dirty="0"/>
          </a:p>
          <a:p>
            <a:r>
              <a:rPr lang="en-AU" sz="2400" b="1" dirty="0"/>
              <a:t>Python Script:</a:t>
            </a:r>
            <a:endParaRPr lang="en-AU" sz="2400" dirty="0"/>
          </a:p>
          <a:p>
            <a:pPr marL="342900" indent="-342900">
              <a:buFont typeface="Arial" panose="020B0604020202020204" pitchFamily="34" charset="0"/>
              <a:buChar char="•"/>
            </a:pPr>
            <a:r>
              <a:rPr lang="en-AU" sz="2400" dirty="0"/>
              <a:t>Python functions were used to convert the incoming byte data into WAV files, allowing the recorded audio to be played back and analysed.</a:t>
            </a:r>
          </a:p>
        </p:txBody>
      </p:sp>
    </p:spTree>
    <p:extLst>
      <p:ext uri="{BB962C8B-B14F-4D97-AF65-F5344CB8AC3E}">
        <p14:creationId xmlns:p14="http://schemas.microsoft.com/office/powerpoint/2010/main" val="848145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806F4-D1D7-69C5-366A-47D5C9C52B71}"/>
              </a:ext>
            </a:extLst>
          </p:cNvPr>
          <p:cNvSpPr>
            <a:spLocks noGrp="1"/>
          </p:cNvSpPr>
          <p:nvPr>
            <p:ph type="title"/>
          </p:nvPr>
        </p:nvSpPr>
        <p:spPr/>
        <p:txBody>
          <a:bodyPr/>
          <a:lstStyle/>
          <a:p>
            <a:endParaRPr lang="en-AU"/>
          </a:p>
        </p:txBody>
      </p:sp>
      <p:pic>
        <p:nvPicPr>
          <p:cNvPr id="5" name="Picture 4">
            <a:extLst>
              <a:ext uri="{FF2B5EF4-FFF2-40B4-BE49-F238E27FC236}">
                <a16:creationId xmlns:a16="http://schemas.microsoft.com/office/drawing/2014/main" id="{D44EE942-AB4B-5321-4C28-1622D40625F1}"/>
              </a:ext>
            </a:extLst>
          </p:cNvPr>
          <p:cNvPicPr>
            <a:picLocks noChangeAspect="1"/>
          </p:cNvPicPr>
          <p:nvPr/>
        </p:nvPicPr>
        <p:blipFill>
          <a:blip r:embed="rId2"/>
          <a:stretch>
            <a:fillRect/>
          </a:stretch>
        </p:blipFill>
        <p:spPr>
          <a:xfrm>
            <a:off x="893618" y="670046"/>
            <a:ext cx="10106891" cy="1588095"/>
          </a:xfrm>
          <a:prstGeom prst="rect">
            <a:avLst/>
          </a:prstGeom>
        </p:spPr>
      </p:pic>
      <p:sp>
        <p:nvSpPr>
          <p:cNvPr id="6" name="Google Shape;307;p18">
            <a:extLst>
              <a:ext uri="{FF2B5EF4-FFF2-40B4-BE49-F238E27FC236}">
                <a16:creationId xmlns:a16="http://schemas.microsoft.com/office/drawing/2014/main" id="{1AD106F2-3CA7-4C93-5476-053B522D7A9E}"/>
              </a:ext>
            </a:extLst>
          </p:cNvPr>
          <p:cNvSpPr txBox="1"/>
          <p:nvPr/>
        </p:nvSpPr>
        <p:spPr>
          <a:xfrm>
            <a:off x="4552295" y="2323827"/>
            <a:ext cx="3364500" cy="395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1300" b="1" i="1" dirty="0">
                <a:solidFill>
                  <a:schemeClr val="dk2"/>
                </a:solidFill>
                <a:latin typeface="Times New Roman"/>
                <a:ea typeface="Times New Roman"/>
                <a:cs typeface="Times New Roman"/>
                <a:sym typeface="Times New Roman"/>
              </a:rPr>
              <a:t>Image 1: </a:t>
            </a:r>
            <a:r>
              <a:rPr lang="en-GB" sz="1300" i="1" dirty="0">
                <a:solidFill>
                  <a:schemeClr val="dk2"/>
                </a:solidFill>
                <a:latin typeface="Times New Roman"/>
                <a:ea typeface="Times New Roman"/>
                <a:cs typeface="Times New Roman"/>
                <a:sym typeface="Times New Roman"/>
              </a:rPr>
              <a:t>Block diagram of process</a:t>
            </a:r>
            <a:endParaRPr sz="1300" i="1" dirty="0">
              <a:solidFill>
                <a:schemeClr val="dk2"/>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251345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55715-6E32-8799-FCBA-436D05808D16}"/>
              </a:ext>
            </a:extLst>
          </p:cNvPr>
          <p:cNvSpPr>
            <a:spLocks noGrp="1"/>
          </p:cNvSpPr>
          <p:nvPr>
            <p:ph type="title"/>
          </p:nvPr>
        </p:nvSpPr>
        <p:spPr/>
        <p:txBody>
          <a:bodyPr/>
          <a:lstStyle/>
          <a:p>
            <a:endParaRPr lang="en-AU"/>
          </a:p>
        </p:txBody>
      </p:sp>
      <p:sp>
        <p:nvSpPr>
          <p:cNvPr id="3" name="Content Placeholder 2">
            <a:extLst>
              <a:ext uri="{FF2B5EF4-FFF2-40B4-BE49-F238E27FC236}">
                <a16:creationId xmlns:a16="http://schemas.microsoft.com/office/drawing/2014/main" id="{98AB3D9C-3824-7668-3D15-7D7541FACEE4}"/>
              </a:ext>
            </a:extLst>
          </p:cNvPr>
          <p:cNvSpPr>
            <a:spLocks noGrp="1"/>
          </p:cNvSpPr>
          <p:nvPr>
            <p:ph sz="quarter" idx="13"/>
          </p:nvPr>
        </p:nvSpPr>
        <p:spPr/>
        <p:txBody>
          <a:bodyPr/>
          <a:lstStyle/>
          <a:p>
            <a:endParaRPr lang="en-AU"/>
          </a:p>
        </p:txBody>
      </p:sp>
    </p:spTree>
    <p:extLst>
      <p:ext uri="{BB962C8B-B14F-4D97-AF65-F5344CB8AC3E}">
        <p14:creationId xmlns:p14="http://schemas.microsoft.com/office/powerpoint/2010/main" val="158459296"/>
      </p:ext>
    </p:extLst>
  </p:cSld>
  <p:clrMapOvr>
    <a:masterClrMapping/>
  </p:clrMapOvr>
</p:sld>
</file>

<file path=ppt/theme/theme1.xml><?xml version="1.0" encoding="utf-8"?>
<a:theme xmlns:a="http://schemas.openxmlformats.org/drawingml/2006/main" name="BoldUnderlinesKeynote">
  <a:themeElements>
    <a:clrScheme name="NB - Keynote">
      <a:dk1>
        <a:srgbClr val="000000"/>
      </a:dk1>
      <a:lt1>
        <a:srgbClr val="FFFFFF"/>
      </a:lt1>
      <a:dk2>
        <a:srgbClr val="2C3932"/>
      </a:dk2>
      <a:lt2>
        <a:srgbClr val="FDF6EA"/>
      </a:lt2>
      <a:accent1>
        <a:srgbClr val="003A41"/>
      </a:accent1>
      <a:accent2>
        <a:srgbClr val="ECEBE3"/>
      </a:accent2>
      <a:accent3>
        <a:srgbClr val="400023"/>
      </a:accent3>
      <a:accent4>
        <a:srgbClr val="68989E"/>
      </a:accent4>
      <a:accent5>
        <a:srgbClr val="BFB360"/>
      </a:accent5>
      <a:accent6>
        <a:srgbClr val="BF6093"/>
      </a:accent6>
      <a:hlink>
        <a:srgbClr val="169C9A"/>
      </a:hlink>
      <a:folHlink>
        <a:srgbClr val="E15C3D"/>
      </a:folHlink>
    </a:clrScheme>
    <a:fontScheme name="Custom 9">
      <a:majorFont>
        <a:latin typeface="Aptos"/>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old underlines keynote presentation _win32_DN_v2" id="{E18D5B16-117C-46FD-8B97-39D77F728B32}" vid="{93298573-99F9-4CB3-90C8-DB41313B575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3A9C388-2C06-4AF2-857C-74055069A2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F782DA7-86C0-4A84-A860-11A1E6E3FB6B}">
  <ds:schemaRefs>
    <ds:schemaRef ds:uri="http://www.w3.org/XML/1998/namespace"/>
    <ds:schemaRef ds:uri="http://purl.org/dc/terms/"/>
    <ds:schemaRef ds:uri="http://schemas.openxmlformats.org/package/2006/metadata/core-properties"/>
    <ds:schemaRef ds:uri="http://purl.org/dc/elements/1.1/"/>
    <ds:schemaRef ds:uri="http://purl.org/dc/dcmitype/"/>
    <ds:schemaRef ds:uri="http://schemas.microsoft.com/sharepoint/v3"/>
    <ds:schemaRef ds:uri="http://schemas.microsoft.com/office/2006/documentManagement/types"/>
    <ds:schemaRef ds:uri="http://schemas.microsoft.com/office/infopath/2007/PartnerControls"/>
    <ds:schemaRef ds:uri="230e9df3-be65-4c73-a93b-d1236ebd677e"/>
    <ds:schemaRef ds:uri="16c05727-aa75-4e4a-9b5f-8a80a1165891"/>
    <ds:schemaRef ds:uri="71af3243-3dd4-4a8d-8c0d-dd76da1f02a5"/>
    <ds:schemaRef ds:uri="http://schemas.microsoft.com/office/2006/metadata/properties"/>
  </ds:schemaRefs>
</ds:datastoreItem>
</file>

<file path=customXml/itemProps3.xml><?xml version="1.0" encoding="utf-8"?>
<ds:datastoreItem xmlns:ds="http://schemas.openxmlformats.org/officeDocument/2006/customXml" ds:itemID="{076F8FCD-0A1F-4F6A-8F55-15E9E87E2E4C}">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{EA8EB859-3DB2-44DD-8538-004601707A5F}e68b7f07-47f1-4c94-a1ca-e7d736a42cf8-TF86f18fb6-1448-4a46-9973-da86b5b4a1df94418399_win32</Template>
  <TotalTime>13</TotalTime>
  <Words>230</Words>
  <Application>Microsoft Office PowerPoint</Application>
  <PresentationFormat>Widescreen</PresentationFormat>
  <Paragraphs>24</Paragraphs>
  <Slides>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Light</vt:lpstr>
      <vt:lpstr>Arial</vt:lpstr>
      <vt:lpstr>Times New Roman</vt:lpstr>
      <vt:lpstr>BoldUnderlinesKeynote</vt:lpstr>
      <vt:lpstr>Ece2071 Project</vt:lpstr>
      <vt:lpstr>Introduction and Task review</vt:lpstr>
      <vt:lpstr>What is the project</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Galvin Tan</dc:creator>
  <cp:lastModifiedBy>Galvin Tan</cp:lastModifiedBy>
  <cp:revision>1</cp:revision>
  <dcterms:created xsi:type="dcterms:W3CDTF">2026-05-10T01:01:18Z</dcterms:created>
  <dcterms:modified xsi:type="dcterms:W3CDTF">2026-05-10T01:15:09Z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